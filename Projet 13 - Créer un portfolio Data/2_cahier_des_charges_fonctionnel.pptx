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7" r:id="rId13"/>
    <p:sldId id="268" r:id="rId14"/>
    <p:sldId id="273" r:id="rId15"/>
    <p:sldId id="270" r:id="rId16"/>
    <p:sldId id="266" r:id="rId17"/>
    <p:sldId id="274" r:id="rId18"/>
  </p:sldIdLst>
  <p:sldSz cx="12192000" cy="6858000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43ADF-9286-4A2E-A1E4-3BA2B5F6B215}" v="64" dt="2026-06-16T21:17:33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g CAI" userId="f0793ddbe13bc247" providerId="LiveId" clId="{084F9CBF-5DB4-463A-8A3B-37F600E3FCE7}"/>
    <pc:docChg chg="undo redo custSel addSld delSld modSld sldOrd">
      <pc:chgData name="rong CAI" userId="f0793ddbe13bc247" providerId="LiveId" clId="{084F9CBF-5DB4-463A-8A3B-37F600E3FCE7}" dt="2026-06-16T21:20:11.458" v="4735" actId="20577"/>
      <pc:docMkLst>
        <pc:docMk/>
      </pc:docMkLst>
      <pc:sldChg chg="addSp modSp mod setBg modNotes">
        <pc:chgData name="rong CAI" userId="f0793ddbe13bc247" providerId="LiveId" clId="{084F9CBF-5DB4-463A-8A3B-37F600E3FCE7}" dt="2026-06-16T20:30:08.527" v="3849" actId="26606"/>
        <pc:sldMkLst>
          <pc:docMk/>
          <pc:sldMk cId="0" sldId="256"/>
        </pc:sldMkLst>
        <pc:spChg chg="mo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85" creationId="{00000000-0000-0000-0000-000000000000}"/>
          </ac:spMkLst>
        </pc:spChg>
        <pc:spChg chg="ad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90" creationId="{0E30439A-8A5B-46EC-8283-9B6B031D40D0}"/>
          </ac:spMkLst>
        </pc:spChg>
        <pc:spChg chg="ad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92" creationId="{5CEAD642-85CF-4750-8432-7C80C901F001}"/>
          </ac:spMkLst>
        </pc:spChg>
        <pc:spChg chg="ad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94" creationId="{FA33EEAE-15D5-4119-8C1E-89D943F911EF}"/>
          </ac:spMkLst>
        </pc:spChg>
        <pc:spChg chg="ad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96" creationId="{730D8B3B-9B80-4025-B934-26DC7D7CD231}"/>
          </ac:spMkLst>
        </pc:spChg>
        <pc:spChg chg="ad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98" creationId="{B5A1B09C-1565-46F8-B70F-621C5EB48A09}"/>
          </ac:spMkLst>
        </pc:spChg>
        <pc:spChg chg="ad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100" creationId="{8C516CC8-80AC-446C-A56E-9F54B7210402}"/>
          </ac:spMkLst>
        </pc:spChg>
        <pc:spChg chg="add">
          <ac:chgData name="rong CAI" userId="f0793ddbe13bc247" providerId="LiveId" clId="{084F9CBF-5DB4-463A-8A3B-37F600E3FCE7}" dt="2026-06-16T20:30:08.527" v="3849" actId="26606"/>
          <ac:spMkLst>
            <pc:docMk/>
            <pc:sldMk cId="0" sldId="256"/>
            <ac:spMk id="102" creationId="{53947E58-F088-49F1-A3D1-DEA690192E84}"/>
          </ac:spMkLst>
        </pc:spChg>
      </pc:sldChg>
      <pc:sldChg chg="addSp modSp mod setBg modNotes">
        <pc:chgData name="rong CAI" userId="f0793ddbe13bc247" providerId="LiveId" clId="{084F9CBF-5DB4-463A-8A3B-37F600E3FCE7}" dt="2026-06-16T20:31:39.926" v="3850" actId="26606"/>
        <pc:sldMkLst>
          <pc:docMk/>
          <pc:sldMk cId="0" sldId="257"/>
        </pc:sldMkLst>
        <pc:spChg chg="mo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90" creationId="{00000000-0000-0000-0000-000000000000}"/>
          </ac:spMkLst>
        </pc:spChg>
        <pc:spChg chg="mo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91" creationId="{00000000-0000-0000-0000-000000000000}"/>
          </ac:spMkLst>
        </pc:spChg>
        <pc:spChg chg="ad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96" creationId="{09588DA8-065E-4F6F-8EFD-43104AB2E0CF}"/>
          </ac:spMkLst>
        </pc:spChg>
        <pc:spChg chg="ad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98" creationId="{C4285719-470E-454C-AF62-8323075F1F5B}"/>
          </ac:spMkLst>
        </pc:spChg>
        <pc:spChg chg="ad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100" creationId="{CD9FE4EF-C4D8-49A0-B2FF-81D8DB7D8A24}"/>
          </ac:spMkLst>
        </pc:spChg>
        <pc:spChg chg="ad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102" creationId="{4300840D-0A0B-4512-BACA-B439D5B9C57C}"/>
          </ac:spMkLst>
        </pc:spChg>
        <pc:spChg chg="ad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104" creationId="{D2B78728-A580-49A7-84F9-6EF6F583ADE0}"/>
          </ac:spMkLst>
        </pc:spChg>
        <pc:spChg chg="ad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106" creationId="{38FAA1A1-D861-433F-88FA-1E9D6FD31D11}"/>
          </ac:spMkLst>
        </pc:spChg>
        <pc:spChg chg="add">
          <ac:chgData name="rong CAI" userId="f0793ddbe13bc247" providerId="LiveId" clId="{084F9CBF-5DB4-463A-8A3B-37F600E3FCE7}" dt="2026-06-16T20:31:39.926" v="3850" actId="26606"/>
          <ac:spMkLst>
            <pc:docMk/>
            <pc:sldMk cId="0" sldId="257"/>
            <ac:spMk id="108" creationId="{8D71EDA1-87BF-4D5D-AB79-F346FD19278A}"/>
          </ac:spMkLst>
        </pc:spChg>
      </pc:sldChg>
      <pc:sldChg chg="addSp delSp modSp mod setBg">
        <pc:chgData name="rong CAI" userId="f0793ddbe13bc247" providerId="LiveId" clId="{084F9CBF-5DB4-463A-8A3B-37F600E3FCE7}" dt="2026-06-16T21:16:32.008" v="4689" actId="20577"/>
        <pc:sldMkLst>
          <pc:docMk/>
          <pc:sldMk cId="0" sldId="258"/>
        </pc:sldMkLst>
        <pc:spChg chg="mod">
          <ac:chgData name="rong CAI" userId="f0793ddbe13bc247" providerId="LiveId" clId="{084F9CBF-5DB4-463A-8A3B-37F600E3FCE7}" dt="2026-06-16T20:34:40.530" v="3881" actId="20577"/>
          <ac:spMkLst>
            <pc:docMk/>
            <pc:sldMk cId="0" sldId="258"/>
            <ac:spMk id="96" creationId="{00000000-0000-0000-0000-000000000000}"/>
          </ac:spMkLst>
        </pc:spChg>
        <pc:spChg chg="mod ord">
          <ac:chgData name="rong CAI" userId="f0793ddbe13bc247" providerId="LiveId" clId="{084F9CBF-5DB4-463A-8A3B-37F600E3FCE7}" dt="2026-06-16T21:16:32.008" v="4689" actId="20577"/>
          <ac:spMkLst>
            <pc:docMk/>
            <pc:sldMk cId="0" sldId="258"/>
            <ac:spMk id="97" creationId="{00000000-0000-0000-0000-000000000000}"/>
          </ac:spMkLst>
        </pc:spChg>
        <pc:spChg chg="add del">
          <ac:chgData name="rong CAI" userId="f0793ddbe13bc247" providerId="LiveId" clId="{084F9CBF-5DB4-463A-8A3B-37F600E3FCE7}" dt="2026-06-16T20:33:52.097" v="3860" actId="26606"/>
          <ac:spMkLst>
            <pc:docMk/>
            <pc:sldMk cId="0" sldId="258"/>
            <ac:spMk id="102" creationId="{1B15ED52-F352-441B-82BF-E0EA34836D08}"/>
          </ac:spMkLst>
        </pc:spChg>
        <pc:spChg chg="add del">
          <ac:chgData name="rong CAI" userId="f0793ddbe13bc247" providerId="LiveId" clId="{084F9CBF-5DB4-463A-8A3B-37F600E3FCE7}" dt="2026-06-16T20:33:52.097" v="3860" actId="26606"/>
          <ac:spMkLst>
            <pc:docMk/>
            <pc:sldMk cId="0" sldId="258"/>
            <ac:spMk id="104" creationId="{3B2E3793-BFE6-45A2-9B7B-E18844431C99}"/>
          </ac:spMkLst>
        </pc:spChg>
        <pc:spChg chg="add del">
          <ac:chgData name="rong CAI" userId="f0793ddbe13bc247" providerId="LiveId" clId="{084F9CBF-5DB4-463A-8A3B-37F600E3FCE7}" dt="2026-06-16T20:33:52.097" v="3860" actId="26606"/>
          <ac:spMkLst>
            <pc:docMk/>
            <pc:sldMk cId="0" sldId="258"/>
            <ac:spMk id="106" creationId="{BC4C4868-CB8F-4AF9-9CDB-8108F2C19B67}"/>
          </ac:spMkLst>
        </pc:spChg>
        <pc:spChg chg="add del">
          <ac:chgData name="rong CAI" userId="f0793ddbe13bc247" providerId="LiveId" clId="{084F9CBF-5DB4-463A-8A3B-37F600E3FCE7}" dt="2026-06-16T20:33:52.097" v="3860" actId="26606"/>
          <ac:spMkLst>
            <pc:docMk/>
            <pc:sldMk cId="0" sldId="258"/>
            <ac:spMk id="108" creationId="{375E0459-6403-40CD-989D-56A4407CA12E}"/>
          </ac:spMkLst>
        </pc:spChg>
        <pc:spChg chg="add del">
          <ac:chgData name="rong CAI" userId="f0793ddbe13bc247" providerId="LiveId" clId="{084F9CBF-5DB4-463A-8A3B-37F600E3FCE7}" dt="2026-06-16T20:33:52.097" v="3860" actId="26606"/>
          <ac:spMkLst>
            <pc:docMk/>
            <pc:sldMk cId="0" sldId="258"/>
            <ac:spMk id="110" creationId="{53E5B1A8-3AC9-4BD1-9BBC-78CA94F2D1BA}"/>
          </ac:spMkLst>
        </pc:spChg>
        <pc:spChg chg="add del">
          <ac:chgData name="rong CAI" userId="f0793ddbe13bc247" providerId="LiveId" clId="{084F9CBF-5DB4-463A-8A3B-37F600E3FCE7}" dt="2026-06-16T20:34:32.132" v="3880" actId="26606"/>
          <ac:spMkLst>
            <pc:docMk/>
            <pc:sldMk cId="0" sldId="258"/>
            <ac:spMk id="115" creationId="{B1595A09-E336-4D1B-9B3A-06A2287A54E2}"/>
          </ac:spMkLst>
        </pc:spChg>
        <pc:spChg chg="add del">
          <ac:chgData name="rong CAI" userId="f0793ddbe13bc247" providerId="LiveId" clId="{084F9CBF-5DB4-463A-8A3B-37F600E3FCE7}" dt="2026-06-16T20:34:32.132" v="3880" actId="26606"/>
          <ac:spMkLst>
            <pc:docMk/>
            <pc:sldMk cId="0" sldId="258"/>
            <ac:spMk id="117" creationId="{3540989C-C7B8-473B-BF87-6F2DA6A90006}"/>
          </ac:spMkLst>
        </pc:spChg>
        <pc:spChg chg="add">
          <ac:chgData name="rong CAI" userId="f0793ddbe13bc247" providerId="LiveId" clId="{084F9CBF-5DB4-463A-8A3B-37F600E3FCE7}" dt="2026-06-16T20:34:32.132" v="3880" actId="26606"/>
          <ac:spMkLst>
            <pc:docMk/>
            <pc:sldMk cId="0" sldId="258"/>
            <ac:spMk id="122" creationId="{C681C32C-7AFC-4BB3-9088-65CBDFC5D1C2}"/>
          </ac:spMkLst>
        </pc:spChg>
        <pc:spChg chg="add">
          <ac:chgData name="rong CAI" userId="f0793ddbe13bc247" providerId="LiveId" clId="{084F9CBF-5DB4-463A-8A3B-37F600E3FCE7}" dt="2026-06-16T20:34:32.132" v="3880" actId="26606"/>
          <ac:spMkLst>
            <pc:docMk/>
            <pc:sldMk cId="0" sldId="258"/>
            <ac:spMk id="124" creationId="{199C0ED0-69DE-4C31-A5CF-E2A46FD30226}"/>
          </ac:spMkLst>
        </pc:spChg>
        <pc:spChg chg="add">
          <ac:chgData name="rong CAI" userId="f0793ddbe13bc247" providerId="LiveId" clId="{084F9CBF-5DB4-463A-8A3B-37F600E3FCE7}" dt="2026-06-16T20:34:32.132" v="3880" actId="26606"/>
          <ac:spMkLst>
            <pc:docMk/>
            <pc:sldMk cId="0" sldId="258"/>
            <ac:spMk id="126" creationId="{8D42B8BD-40AF-488E-8A79-D7256C917229}"/>
          </ac:spMkLst>
        </pc:spChg>
        <pc:picChg chg="add mod">
          <ac:chgData name="rong CAI" userId="f0793ddbe13bc247" providerId="LiveId" clId="{084F9CBF-5DB4-463A-8A3B-37F600E3FCE7}" dt="2026-06-16T20:34:32.132" v="3880" actId="26606"/>
          <ac:picMkLst>
            <pc:docMk/>
            <pc:sldMk cId="0" sldId="258"/>
            <ac:picMk id="3" creationId="{25E38E48-981D-C07B-2412-22707C894186}"/>
          </ac:picMkLst>
        </pc:picChg>
      </pc:sldChg>
      <pc:sldChg chg="addSp delSp modSp mod setBg">
        <pc:chgData name="rong CAI" userId="f0793ddbe13bc247" providerId="LiveId" clId="{084F9CBF-5DB4-463A-8A3B-37F600E3FCE7}" dt="2026-06-16T20:39:35.405" v="3984" actId="20577"/>
        <pc:sldMkLst>
          <pc:docMk/>
          <pc:sldMk cId="0" sldId="259"/>
        </pc:sldMkLst>
        <pc:spChg chg="mod">
          <ac:chgData name="rong CAI" userId="f0793ddbe13bc247" providerId="LiveId" clId="{084F9CBF-5DB4-463A-8A3B-37F600E3FCE7}" dt="2026-06-16T20:36:16.469" v="3904" actId="26606"/>
          <ac:spMkLst>
            <pc:docMk/>
            <pc:sldMk cId="0" sldId="259"/>
            <ac:spMk id="102" creationId="{00000000-0000-0000-0000-000000000000}"/>
          </ac:spMkLst>
        </pc:spChg>
        <pc:spChg chg="add del mod">
          <ac:chgData name="rong CAI" userId="f0793ddbe13bc247" providerId="LiveId" clId="{084F9CBF-5DB4-463A-8A3B-37F600E3FCE7}" dt="2026-06-16T20:36:16.469" v="3904" actId="26606"/>
          <ac:spMkLst>
            <pc:docMk/>
            <pc:sldMk cId="0" sldId="259"/>
            <ac:spMk id="103" creationId="{00000000-0000-0000-0000-000000000000}"/>
          </ac:spMkLst>
        </pc:spChg>
        <pc:spChg chg="add">
          <ac:chgData name="rong CAI" userId="f0793ddbe13bc247" providerId="LiveId" clId="{084F9CBF-5DB4-463A-8A3B-37F600E3FCE7}" dt="2026-06-16T20:36:16.469" v="3904" actId="26606"/>
          <ac:spMkLst>
            <pc:docMk/>
            <pc:sldMk cId="0" sldId="259"/>
            <ac:spMk id="108" creationId="{1B15ED52-F352-441B-82BF-E0EA34836D08}"/>
          </ac:spMkLst>
        </pc:spChg>
        <pc:spChg chg="add del">
          <ac:chgData name="rong CAI" userId="f0793ddbe13bc247" providerId="LiveId" clId="{084F9CBF-5DB4-463A-8A3B-37F600E3FCE7}" dt="2026-06-16T20:36:16.458" v="3903" actId="26606"/>
          <ac:spMkLst>
            <pc:docMk/>
            <pc:sldMk cId="0" sldId="259"/>
            <ac:spMk id="109" creationId="{BACC6370-2D7E-4714-9D71-7542949D7D5D}"/>
          </ac:spMkLst>
        </pc:spChg>
        <pc:spChg chg="add">
          <ac:chgData name="rong CAI" userId="f0793ddbe13bc247" providerId="LiveId" clId="{084F9CBF-5DB4-463A-8A3B-37F600E3FCE7}" dt="2026-06-16T20:36:16.469" v="3904" actId="26606"/>
          <ac:spMkLst>
            <pc:docMk/>
            <pc:sldMk cId="0" sldId="259"/>
            <ac:spMk id="110" creationId="{3B2E3793-BFE6-45A2-9B7B-E18844431C99}"/>
          </ac:spMkLst>
        </pc:spChg>
        <pc:spChg chg="add del">
          <ac:chgData name="rong CAI" userId="f0793ddbe13bc247" providerId="LiveId" clId="{084F9CBF-5DB4-463A-8A3B-37F600E3FCE7}" dt="2026-06-16T20:36:16.458" v="3903" actId="26606"/>
          <ac:spMkLst>
            <pc:docMk/>
            <pc:sldMk cId="0" sldId="259"/>
            <ac:spMk id="111" creationId="{F68B3F68-107C-434F-AA38-110D5EA91B85}"/>
          </ac:spMkLst>
        </pc:spChg>
        <pc:spChg chg="add">
          <ac:chgData name="rong CAI" userId="f0793ddbe13bc247" providerId="LiveId" clId="{084F9CBF-5DB4-463A-8A3B-37F600E3FCE7}" dt="2026-06-16T20:36:16.469" v="3904" actId="26606"/>
          <ac:spMkLst>
            <pc:docMk/>
            <pc:sldMk cId="0" sldId="259"/>
            <ac:spMk id="112" creationId="{BC4C4868-CB8F-4AF9-9CDB-8108F2C19B67}"/>
          </ac:spMkLst>
        </pc:spChg>
        <pc:spChg chg="add del">
          <ac:chgData name="rong CAI" userId="f0793ddbe13bc247" providerId="LiveId" clId="{084F9CBF-5DB4-463A-8A3B-37F600E3FCE7}" dt="2026-06-16T20:36:16.458" v="3903" actId="26606"/>
          <ac:spMkLst>
            <pc:docMk/>
            <pc:sldMk cId="0" sldId="259"/>
            <ac:spMk id="113" creationId="{AAD0DBB9-1A4B-4391-81D4-CB19F9AB918A}"/>
          </ac:spMkLst>
        </pc:spChg>
        <pc:spChg chg="add">
          <ac:chgData name="rong CAI" userId="f0793ddbe13bc247" providerId="LiveId" clId="{084F9CBF-5DB4-463A-8A3B-37F600E3FCE7}" dt="2026-06-16T20:36:16.469" v="3904" actId="26606"/>
          <ac:spMkLst>
            <pc:docMk/>
            <pc:sldMk cId="0" sldId="259"/>
            <ac:spMk id="114" creationId="{375E0459-6403-40CD-989D-56A4407CA12E}"/>
          </ac:spMkLst>
        </pc:spChg>
        <pc:spChg chg="add del">
          <ac:chgData name="rong CAI" userId="f0793ddbe13bc247" providerId="LiveId" clId="{084F9CBF-5DB4-463A-8A3B-37F600E3FCE7}" dt="2026-06-16T20:36:16.458" v="3903" actId="26606"/>
          <ac:spMkLst>
            <pc:docMk/>
            <pc:sldMk cId="0" sldId="259"/>
            <ac:spMk id="115" creationId="{063BBA22-50EA-4C4D-BE05-F1CE4E63AA56}"/>
          </ac:spMkLst>
        </pc:spChg>
        <pc:spChg chg="add">
          <ac:chgData name="rong CAI" userId="f0793ddbe13bc247" providerId="LiveId" clId="{084F9CBF-5DB4-463A-8A3B-37F600E3FCE7}" dt="2026-06-16T20:36:16.469" v="3904" actId="26606"/>
          <ac:spMkLst>
            <pc:docMk/>
            <pc:sldMk cId="0" sldId="259"/>
            <ac:spMk id="116" creationId="{53E5B1A8-3AC9-4BD1-9BBC-78CA94F2D1BA}"/>
          </ac:spMkLst>
        </pc:spChg>
        <pc:spChg chg="add mod">
          <ac:chgData name="rong CAI" userId="f0793ddbe13bc247" providerId="LiveId" clId="{084F9CBF-5DB4-463A-8A3B-37F600E3FCE7}" dt="2026-06-16T20:39:35.405" v="3984" actId="20577"/>
          <ac:spMkLst>
            <pc:docMk/>
            <pc:sldMk cId="0" sldId="259"/>
            <ac:spMk id="117" creationId="{00000000-0000-0000-0000-000000000000}"/>
          </ac:spMkLst>
        </pc:spChg>
        <pc:graphicFrameChg chg="add del">
          <ac:chgData name="rong CAI" userId="f0793ddbe13bc247" providerId="LiveId" clId="{084F9CBF-5DB4-463A-8A3B-37F600E3FCE7}" dt="2026-06-16T20:36:16.458" v="3903" actId="26606"/>
          <ac:graphicFrameMkLst>
            <pc:docMk/>
            <pc:sldMk cId="0" sldId="259"/>
            <ac:graphicFrameMk id="105" creationId="{FC8378B1-1765-CF34-01F1-B71A70D2B890}"/>
          </ac:graphicFrameMkLst>
        </pc:graphicFrameChg>
      </pc:sldChg>
      <pc:sldChg chg="addSp modSp mod setBg">
        <pc:chgData name="rong CAI" userId="f0793ddbe13bc247" providerId="LiveId" clId="{084F9CBF-5DB4-463A-8A3B-37F600E3FCE7}" dt="2026-06-16T21:16:45.122" v="4690" actId="404"/>
        <pc:sldMkLst>
          <pc:docMk/>
          <pc:sldMk cId="0" sldId="260"/>
        </pc:sldMkLst>
        <pc:spChg chg="mod">
          <ac:chgData name="rong CAI" userId="f0793ddbe13bc247" providerId="LiveId" clId="{084F9CBF-5DB4-463A-8A3B-37F600E3FCE7}" dt="2026-06-16T20:39:56.648" v="3985" actId="26606"/>
          <ac:spMkLst>
            <pc:docMk/>
            <pc:sldMk cId="0" sldId="260"/>
            <ac:spMk id="108" creationId="{00000000-0000-0000-0000-000000000000}"/>
          </ac:spMkLst>
        </pc:spChg>
        <pc:spChg chg="mod">
          <ac:chgData name="rong CAI" userId="f0793ddbe13bc247" providerId="LiveId" clId="{084F9CBF-5DB4-463A-8A3B-37F600E3FCE7}" dt="2026-06-16T21:16:45.122" v="4690" actId="404"/>
          <ac:spMkLst>
            <pc:docMk/>
            <pc:sldMk cId="0" sldId="260"/>
            <ac:spMk id="109" creationId="{00000000-0000-0000-0000-000000000000}"/>
          </ac:spMkLst>
        </pc:spChg>
        <pc:spChg chg="add">
          <ac:chgData name="rong CAI" userId="f0793ddbe13bc247" providerId="LiveId" clId="{084F9CBF-5DB4-463A-8A3B-37F600E3FCE7}" dt="2026-06-16T20:39:56.648" v="3985" actId="26606"/>
          <ac:spMkLst>
            <pc:docMk/>
            <pc:sldMk cId="0" sldId="260"/>
            <ac:spMk id="114" creationId="{1B15ED52-F352-441B-82BF-E0EA34836D08}"/>
          </ac:spMkLst>
        </pc:spChg>
        <pc:spChg chg="add">
          <ac:chgData name="rong CAI" userId="f0793ddbe13bc247" providerId="LiveId" clId="{084F9CBF-5DB4-463A-8A3B-37F600E3FCE7}" dt="2026-06-16T20:39:56.648" v="3985" actId="26606"/>
          <ac:spMkLst>
            <pc:docMk/>
            <pc:sldMk cId="0" sldId="260"/>
            <ac:spMk id="116" creationId="{3B2E3793-BFE6-45A2-9B7B-E18844431C99}"/>
          </ac:spMkLst>
        </pc:spChg>
        <pc:spChg chg="add">
          <ac:chgData name="rong CAI" userId="f0793ddbe13bc247" providerId="LiveId" clId="{084F9CBF-5DB4-463A-8A3B-37F600E3FCE7}" dt="2026-06-16T20:39:56.648" v="3985" actId="26606"/>
          <ac:spMkLst>
            <pc:docMk/>
            <pc:sldMk cId="0" sldId="260"/>
            <ac:spMk id="118" creationId="{BC4C4868-CB8F-4AF9-9CDB-8108F2C19B67}"/>
          </ac:spMkLst>
        </pc:spChg>
        <pc:spChg chg="add">
          <ac:chgData name="rong CAI" userId="f0793ddbe13bc247" providerId="LiveId" clId="{084F9CBF-5DB4-463A-8A3B-37F600E3FCE7}" dt="2026-06-16T20:39:56.648" v="3985" actId="26606"/>
          <ac:spMkLst>
            <pc:docMk/>
            <pc:sldMk cId="0" sldId="260"/>
            <ac:spMk id="120" creationId="{375E0459-6403-40CD-989D-56A4407CA12E}"/>
          </ac:spMkLst>
        </pc:spChg>
        <pc:spChg chg="add">
          <ac:chgData name="rong CAI" userId="f0793ddbe13bc247" providerId="LiveId" clId="{084F9CBF-5DB4-463A-8A3B-37F600E3FCE7}" dt="2026-06-16T20:39:56.648" v="3985" actId="26606"/>
          <ac:spMkLst>
            <pc:docMk/>
            <pc:sldMk cId="0" sldId="260"/>
            <ac:spMk id="122" creationId="{53E5B1A8-3AC9-4BD1-9BBC-78CA94F2D1BA}"/>
          </ac:spMkLst>
        </pc:spChg>
      </pc:sldChg>
      <pc:sldChg chg="addSp delSp modSp mod setBg">
        <pc:chgData name="rong CAI" userId="f0793ddbe13bc247" providerId="LiveId" clId="{084F9CBF-5DB4-463A-8A3B-37F600E3FCE7}" dt="2026-06-16T21:16:58.715" v="4694" actId="20577"/>
        <pc:sldMkLst>
          <pc:docMk/>
          <pc:sldMk cId="0" sldId="261"/>
        </pc:sldMkLst>
        <pc:spChg chg="add mod">
          <ac:chgData name="rong CAI" userId="f0793ddbe13bc247" providerId="LiveId" clId="{084F9CBF-5DB4-463A-8A3B-37F600E3FCE7}" dt="2026-06-16T20:41:45.833" v="4001"/>
          <ac:spMkLst>
            <pc:docMk/>
            <pc:sldMk cId="0" sldId="261"/>
            <ac:spMk id="4" creationId="{41A9B198-81E5-2227-3A52-DDCEA33B9E59}"/>
          </ac:spMkLst>
        </pc:spChg>
        <pc:spChg chg="add mod">
          <ac:chgData name="rong CAI" userId="f0793ddbe13bc247" providerId="LiveId" clId="{084F9CBF-5DB4-463A-8A3B-37F600E3FCE7}" dt="2026-06-16T20:41:45.833" v="4001"/>
          <ac:spMkLst>
            <pc:docMk/>
            <pc:sldMk cId="0" sldId="261"/>
            <ac:spMk id="5" creationId="{1E11EC71-60EA-570A-683D-80CD49079ABB}"/>
          </ac:spMkLst>
        </pc:spChg>
        <pc:spChg chg="add mod">
          <ac:chgData name="rong CAI" userId="f0793ddbe13bc247" providerId="LiveId" clId="{084F9CBF-5DB4-463A-8A3B-37F600E3FCE7}" dt="2026-06-16T20:41:45.833" v="4001"/>
          <ac:spMkLst>
            <pc:docMk/>
            <pc:sldMk cId="0" sldId="261"/>
            <ac:spMk id="6" creationId="{B75E810D-4A75-1181-AFB9-23086983EDDA}"/>
          </ac:spMkLst>
        </pc:spChg>
        <pc:spChg chg="add mod">
          <ac:chgData name="rong CAI" userId="f0793ddbe13bc247" providerId="LiveId" clId="{084F9CBF-5DB4-463A-8A3B-37F600E3FCE7}" dt="2026-06-16T20:41:45.833" v="4001"/>
          <ac:spMkLst>
            <pc:docMk/>
            <pc:sldMk cId="0" sldId="261"/>
            <ac:spMk id="7" creationId="{7CAECFA3-8416-1CF7-4741-26A441257F1C}"/>
          </ac:spMkLst>
        </pc:spChg>
        <pc:spChg chg="add mod">
          <ac:chgData name="rong CAI" userId="f0793ddbe13bc247" providerId="LiveId" clId="{084F9CBF-5DB4-463A-8A3B-37F600E3FCE7}" dt="2026-06-16T20:41:56.570" v="4004"/>
          <ac:spMkLst>
            <pc:docMk/>
            <pc:sldMk cId="0" sldId="261"/>
            <ac:spMk id="9" creationId="{8D4EEAB7-9B91-601D-47AF-8979282A1DCB}"/>
          </ac:spMkLst>
        </pc:spChg>
        <pc:spChg chg="add mod">
          <ac:chgData name="rong CAI" userId="f0793ddbe13bc247" providerId="LiveId" clId="{084F9CBF-5DB4-463A-8A3B-37F600E3FCE7}" dt="2026-06-16T20:41:56.570" v="4004"/>
          <ac:spMkLst>
            <pc:docMk/>
            <pc:sldMk cId="0" sldId="261"/>
            <ac:spMk id="10" creationId="{6C659B27-0842-9357-CC71-16842F0517BC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15" creationId="{CFFF0495-4F50-039F-0568-280729984117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16" creationId="{EA4FA808-2ED1-261A-2A0E-C0BE89182037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17" creationId="{410D595D-63B7-9FB2-AEA2-A54C02E8C1E3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18" creationId="{3457A0CF-B6DF-8934-9B2E-BEB2E0B2E501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19" creationId="{FFB47E91-3BA2-254D-1850-178E38712EB1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20" creationId="{D866E043-9420-04A3-146F-6BDE70BBDEC8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21" creationId="{A7A0154A-9566-0C96-9243-EFECC8D43B81}"/>
          </ac:spMkLst>
        </pc:spChg>
        <pc:spChg chg="add mod">
          <ac:chgData name="rong CAI" userId="f0793ddbe13bc247" providerId="LiveId" clId="{084F9CBF-5DB4-463A-8A3B-37F600E3FCE7}" dt="2026-06-16T20:42:06.665" v="4006"/>
          <ac:spMkLst>
            <pc:docMk/>
            <pc:sldMk cId="0" sldId="261"/>
            <ac:spMk id="22" creationId="{83C176E7-5CC3-A645-9D1A-0C4B7698B2D2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27" creationId="{D1D87934-58AC-A332-12F2-EF0BE1CFD162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28" creationId="{53D33BC3-FAAE-0B5F-834A-3BAE4AC8EF36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29" creationId="{38BCD1B3-CDCA-E670-7C8F-696B72B05042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30" creationId="{42924944-4C39-9C2D-6C5C-E1C96B8DA9C7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31" creationId="{6A18CA27-2787-46FE-2D1D-2070B7F2CF7D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32" creationId="{92012432-6CD4-DC9F-0A71-4F1C8CFDEDC6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33" creationId="{5398C22D-9448-C57C-E320-AF32804FA8BD}"/>
          </ac:spMkLst>
        </pc:spChg>
        <pc:spChg chg="add mod">
          <ac:chgData name="rong CAI" userId="f0793ddbe13bc247" providerId="LiveId" clId="{084F9CBF-5DB4-463A-8A3B-37F600E3FCE7}" dt="2026-06-16T20:47:08.489" v="4042"/>
          <ac:spMkLst>
            <pc:docMk/>
            <pc:sldMk cId="0" sldId="261"/>
            <ac:spMk id="34" creationId="{5D94873B-A74E-3922-8C26-340A7E5ED111}"/>
          </ac:spMkLst>
        </pc:spChg>
        <pc:spChg chg="mod">
          <ac:chgData name="rong CAI" userId="f0793ddbe13bc247" providerId="LiveId" clId="{084F9CBF-5DB4-463A-8A3B-37F600E3FCE7}" dt="2026-06-16T20:47:27.567" v="4047" actId="26606"/>
          <ac:spMkLst>
            <pc:docMk/>
            <pc:sldMk cId="0" sldId="261"/>
            <ac:spMk id="114" creationId="{00000000-0000-0000-0000-000000000000}"/>
          </ac:spMkLst>
        </pc:spChg>
        <pc:spChg chg="add del mod">
          <ac:chgData name="rong CAI" userId="f0793ddbe13bc247" providerId="LiveId" clId="{084F9CBF-5DB4-463A-8A3B-37F600E3FCE7}" dt="2026-06-16T21:16:58.715" v="4694" actId="20577"/>
          <ac:spMkLst>
            <pc:docMk/>
            <pc:sldMk cId="0" sldId="261"/>
            <ac:spMk id="115" creationId="{00000000-0000-0000-0000-000000000000}"/>
          </ac:spMkLst>
        </pc:spChg>
        <pc:spChg chg="add del">
          <ac:chgData name="rong CAI" userId="f0793ddbe13bc247" providerId="LiveId" clId="{084F9CBF-5DB4-463A-8A3B-37F600E3FCE7}" dt="2026-06-16T20:47:27.555" v="4046" actId="26606"/>
          <ac:spMkLst>
            <pc:docMk/>
            <pc:sldMk cId="0" sldId="261"/>
            <ac:spMk id="118" creationId="{DEE2AD96-B495-4E06-9291-B71706F728CB}"/>
          </ac:spMkLst>
        </pc:spChg>
        <pc:spChg chg="add del">
          <ac:chgData name="rong CAI" userId="f0793ddbe13bc247" providerId="LiveId" clId="{084F9CBF-5DB4-463A-8A3B-37F600E3FCE7}" dt="2026-06-16T20:47:10.371" v="4043" actId="26606"/>
          <ac:spMkLst>
            <pc:docMk/>
            <pc:sldMk cId="0" sldId="261"/>
            <ac:spMk id="119" creationId="{BACC6370-2D7E-4714-9D71-7542949D7D5D}"/>
          </ac:spMkLst>
        </pc:spChg>
        <pc:spChg chg="add del">
          <ac:chgData name="rong CAI" userId="f0793ddbe13bc247" providerId="LiveId" clId="{084F9CBF-5DB4-463A-8A3B-37F600E3FCE7}" dt="2026-06-16T20:47:10.371" v="4043" actId="26606"/>
          <ac:spMkLst>
            <pc:docMk/>
            <pc:sldMk cId="0" sldId="261"/>
            <ac:spMk id="120" creationId="{F68B3F68-107C-434F-AA38-110D5EA91B85}"/>
          </ac:spMkLst>
        </pc:spChg>
        <pc:spChg chg="add del">
          <ac:chgData name="rong CAI" userId="f0793ddbe13bc247" providerId="LiveId" clId="{084F9CBF-5DB4-463A-8A3B-37F600E3FCE7}" dt="2026-06-16T20:47:10.371" v="4043" actId="26606"/>
          <ac:spMkLst>
            <pc:docMk/>
            <pc:sldMk cId="0" sldId="261"/>
            <ac:spMk id="121" creationId="{AAD0DBB9-1A4B-4391-81D4-CB19F9AB918A}"/>
          </ac:spMkLst>
        </pc:spChg>
        <pc:spChg chg="add del">
          <ac:chgData name="rong CAI" userId="f0793ddbe13bc247" providerId="LiveId" clId="{084F9CBF-5DB4-463A-8A3B-37F600E3FCE7}" dt="2026-06-16T20:41:47.709" v="4002" actId="26606"/>
          <ac:spMkLst>
            <pc:docMk/>
            <pc:sldMk cId="0" sldId="261"/>
            <ac:spMk id="122" creationId="{BACC6370-2D7E-4714-9D71-7542949D7D5D}"/>
          </ac:spMkLst>
        </pc:spChg>
        <pc:spChg chg="add del">
          <ac:chgData name="rong CAI" userId="f0793ddbe13bc247" providerId="LiveId" clId="{084F9CBF-5DB4-463A-8A3B-37F600E3FCE7}" dt="2026-06-16T20:47:10.371" v="4043" actId="26606"/>
          <ac:spMkLst>
            <pc:docMk/>
            <pc:sldMk cId="0" sldId="261"/>
            <ac:spMk id="123" creationId="{063BBA22-50EA-4C4D-BE05-F1CE4E63AA56}"/>
          </ac:spMkLst>
        </pc:spChg>
        <pc:spChg chg="add del">
          <ac:chgData name="rong CAI" userId="f0793ddbe13bc247" providerId="LiveId" clId="{084F9CBF-5DB4-463A-8A3B-37F600E3FCE7}" dt="2026-06-16T20:41:47.709" v="4002" actId="26606"/>
          <ac:spMkLst>
            <pc:docMk/>
            <pc:sldMk cId="0" sldId="261"/>
            <ac:spMk id="124" creationId="{F68B3F68-107C-434F-AA38-110D5EA91B85}"/>
          </ac:spMkLst>
        </pc:spChg>
        <pc:spChg chg="add del">
          <ac:chgData name="rong CAI" userId="f0793ddbe13bc247" providerId="LiveId" clId="{084F9CBF-5DB4-463A-8A3B-37F600E3FCE7}" dt="2026-06-16T20:47:27.555" v="4046" actId="26606"/>
          <ac:spMkLst>
            <pc:docMk/>
            <pc:sldMk cId="0" sldId="261"/>
            <ac:spMk id="125" creationId="{53CF6D67-C5A8-4ADD-9E8E-1E38CA1D3166}"/>
          </ac:spMkLst>
        </pc:spChg>
        <pc:spChg chg="add del">
          <ac:chgData name="rong CAI" userId="f0793ddbe13bc247" providerId="LiveId" clId="{084F9CBF-5DB4-463A-8A3B-37F600E3FCE7}" dt="2026-06-16T20:41:47.709" v="4002" actId="26606"/>
          <ac:spMkLst>
            <pc:docMk/>
            <pc:sldMk cId="0" sldId="261"/>
            <ac:spMk id="126" creationId="{AAD0DBB9-1A4B-4391-81D4-CB19F9AB918A}"/>
          </ac:spMkLst>
        </pc:spChg>
        <pc:spChg chg="add del">
          <ac:chgData name="rong CAI" userId="f0793ddbe13bc247" providerId="LiveId" clId="{084F9CBF-5DB4-463A-8A3B-37F600E3FCE7}" dt="2026-06-16T20:47:27.555" v="4046" actId="26606"/>
          <ac:spMkLst>
            <pc:docMk/>
            <pc:sldMk cId="0" sldId="261"/>
            <ac:spMk id="127" creationId="{86909FA0-B515-4681-B7A8-FA281D133B94}"/>
          </ac:spMkLst>
        </pc:spChg>
        <pc:spChg chg="add del">
          <ac:chgData name="rong CAI" userId="f0793ddbe13bc247" providerId="LiveId" clId="{084F9CBF-5DB4-463A-8A3B-37F600E3FCE7}" dt="2026-06-16T20:41:47.709" v="4002" actId="26606"/>
          <ac:spMkLst>
            <pc:docMk/>
            <pc:sldMk cId="0" sldId="261"/>
            <ac:spMk id="128" creationId="{063BBA22-50EA-4C4D-BE05-F1CE4E63AA56}"/>
          </ac:spMkLst>
        </pc:spChg>
        <pc:spChg chg="add del">
          <ac:chgData name="rong CAI" userId="f0793ddbe13bc247" providerId="LiveId" clId="{084F9CBF-5DB4-463A-8A3B-37F600E3FCE7}" dt="2026-06-16T20:47:27.555" v="4046" actId="26606"/>
          <ac:spMkLst>
            <pc:docMk/>
            <pc:sldMk cId="0" sldId="261"/>
            <ac:spMk id="129" creationId="{21C9FE86-FCC3-4A31-AA1C-C882262B7FE7}"/>
          </ac:spMkLst>
        </pc:spChg>
        <pc:spChg chg="add del">
          <ac:chgData name="rong CAI" userId="f0793ddbe13bc247" providerId="LiveId" clId="{084F9CBF-5DB4-463A-8A3B-37F600E3FCE7}" dt="2026-06-16T20:47:27.555" v="4046" actId="26606"/>
          <ac:spMkLst>
            <pc:docMk/>
            <pc:sldMk cId="0" sldId="261"/>
            <ac:spMk id="130" creationId="{A09989E4-EFDC-4A90-A633-E0525FB4139E}"/>
          </ac:spMkLst>
        </pc:spChg>
        <pc:spChg chg="add del">
          <ac:chgData name="rong CAI" userId="f0793ddbe13bc247" providerId="LiveId" clId="{084F9CBF-5DB4-463A-8A3B-37F600E3FCE7}" dt="2026-06-16T20:47:27.555" v="4046" actId="26606"/>
          <ac:spMkLst>
            <pc:docMk/>
            <pc:sldMk cId="0" sldId="261"/>
            <ac:spMk id="131" creationId="{7D96243B-ECED-4B71-8E06-AE9A285EAD20}"/>
          </ac:spMkLst>
        </pc:spChg>
        <pc:spChg chg="add">
          <ac:chgData name="rong CAI" userId="f0793ddbe13bc247" providerId="LiveId" clId="{084F9CBF-5DB4-463A-8A3B-37F600E3FCE7}" dt="2026-06-16T20:47:27.567" v="4047" actId="26606"/>
          <ac:spMkLst>
            <pc:docMk/>
            <pc:sldMk cId="0" sldId="261"/>
            <ac:spMk id="133" creationId="{1B15ED52-F352-441B-82BF-E0EA34836D08}"/>
          </ac:spMkLst>
        </pc:spChg>
        <pc:spChg chg="add">
          <ac:chgData name="rong CAI" userId="f0793ddbe13bc247" providerId="LiveId" clId="{084F9CBF-5DB4-463A-8A3B-37F600E3FCE7}" dt="2026-06-16T20:47:27.567" v="4047" actId="26606"/>
          <ac:spMkLst>
            <pc:docMk/>
            <pc:sldMk cId="0" sldId="261"/>
            <ac:spMk id="134" creationId="{3B2E3793-BFE6-45A2-9B7B-E18844431C99}"/>
          </ac:spMkLst>
        </pc:spChg>
        <pc:spChg chg="add">
          <ac:chgData name="rong CAI" userId="f0793ddbe13bc247" providerId="LiveId" clId="{084F9CBF-5DB4-463A-8A3B-37F600E3FCE7}" dt="2026-06-16T20:47:27.567" v="4047" actId="26606"/>
          <ac:spMkLst>
            <pc:docMk/>
            <pc:sldMk cId="0" sldId="261"/>
            <ac:spMk id="135" creationId="{BC4C4868-CB8F-4AF9-9CDB-8108F2C19B67}"/>
          </ac:spMkLst>
        </pc:spChg>
        <pc:spChg chg="add">
          <ac:chgData name="rong CAI" userId="f0793ddbe13bc247" providerId="LiveId" clId="{084F9CBF-5DB4-463A-8A3B-37F600E3FCE7}" dt="2026-06-16T20:47:27.567" v="4047" actId="26606"/>
          <ac:spMkLst>
            <pc:docMk/>
            <pc:sldMk cId="0" sldId="261"/>
            <ac:spMk id="136" creationId="{375E0459-6403-40CD-989D-56A4407CA12E}"/>
          </ac:spMkLst>
        </pc:spChg>
        <pc:spChg chg="add">
          <ac:chgData name="rong CAI" userId="f0793ddbe13bc247" providerId="LiveId" clId="{084F9CBF-5DB4-463A-8A3B-37F600E3FCE7}" dt="2026-06-16T20:47:27.567" v="4047" actId="26606"/>
          <ac:spMkLst>
            <pc:docMk/>
            <pc:sldMk cId="0" sldId="261"/>
            <ac:spMk id="137" creationId="{53E5B1A8-3AC9-4BD1-9BBC-78CA94F2D1BA}"/>
          </ac:spMkLst>
        </pc:spChg>
        <pc:grpChg chg="add mod">
          <ac:chgData name="rong CAI" userId="f0793ddbe13bc247" providerId="LiveId" clId="{084F9CBF-5DB4-463A-8A3B-37F600E3FCE7}" dt="2026-06-16T20:41:45.833" v="4001"/>
          <ac:grpSpMkLst>
            <pc:docMk/>
            <pc:sldMk cId="0" sldId="261"/>
            <ac:grpSpMk id="2" creationId="{CA6B8F00-1589-6AEB-255A-CD3509BF81C9}"/>
          </ac:grpSpMkLst>
        </pc:grpChg>
        <pc:grpChg chg="add mod">
          <ac:chgData name="rong CAI" userId="f0793ddbe13bc247" providerId="LiveId" clId="{084F9CBF-5DB4-463A-8A3B-37F600E3FCE7}" dt="2026-06-16T20:41:45.833" v="4001"/>
          <ac:grpSpMkLst>
            <pc:docMk/>
            <pc:sldMk cId="0" sldId="261"/>
            <ac:grpSpMk id="3" creationId="{70C40996-BA0B-4D2E-CA84-60B25BAC481B}"/>
          </ac:grpSpMkLst>
        </pc:grpChg>
        <pc:grpChg chg="add mod">
          <ac:chgData name="rong CAI" userId="f0793ddbe13bc247" providerId="LiveId" clId="{084F9CBF-5DB4-463A-8A3B-37F600E3FCE7}" dt="2026-06-16T20:41:56.570" v="4004"/>
          <ac:grpSpMkLst>
            <pc:docMk/>
            <pc:sldMk cId="0" sldId="261"/>
            <ac:grpSpMk id="8" creationId="{A989338F-870F-231B-6438-FC85A1F0919B}"/>
          </ac:grpSpMkLst>
        </pc:grpChg>
        <pc:grpChg chg="add mod">
          <ac:chgData name="rong CAI" userId="f0793ddbe13bc247" providerId="LiveId" clId="{084F9CBF-5DB4-463A-8A3B-37F600E3FCE7}" dt="2026-06-16T20:42:06.665" v="4006"/>
          <ac:grpSpMkLst>
            <pc:docMk/>
            <pc:sldMk cId="0" sldId="261"/>
            <ac:grpSpMk id="11" creationId="{949D981F-747B-2C79-06A4-14C6C7799C79}"/>
          </ac:grpSpMkLst>
        </pc:grpChg>
        <pc:grpChg chg="add mod">
          <ac:chgData name="rong CAI" userId="f0793ddbe13bc247" providerId="LiveId" clId="{084F9CBF-5DB4-463A-8A3B-37F600E3FCE7}" dt="2026-06-16T20:42:06.665" v="4006"/>
          <ac:grpSpMkLst>
            <pc:docMk/>
            <pc:sldMk cId="0" sldId="261"/>
            <ac:grpSpMk id="12" creationId="{3A27962D-AE06-555F-A84E-6E5F32ED81E7}"/>
          </ac:grpSpMkLst>
        </pc:grpChg>
        <pc:grpChg chg="mod">
          <ac:chgData name="rong CAI" userId="f0793ddbe13bc247" providerId="LiveId" clId="{084F9CBF-5DB4-463A-8A3B-37F600E3FCE7}" dt="2026-06-16T20:47:05.013" v="4039" actId="1076"/>
          <ac:grpSpMkLst>
            <pc:docMk/>
            <pc:sldMk cId="0" sldId="261"/>
            <ac:grpSpMk id="23" creationId="{94E0C8B0-ACFF-911F-E014-28BC9FF18426}"/>
          </ac:grpSpMkLst>
        </pc:grpChg>
        <pc:grpChg chg="add mod">
          <ac:chgData name="rong CAI" userId="f0793ddbe13bc247" providerId="LiveId" clId="{084F9CBF-5DB4-463A-8A3B-37F600E3FCE7}" dt="2026-06-16T20:47:08.489" v="4042"/>
          <ac:grpSpMkLst>
            <pc:docMk/>
            <pc:sldMk cId="0" sldId="261"/>
            <ac:grpSpMk id="24" creationId="{E8391637-64E8-95B5-BD37-2CBD02A83C96}"/>
          </ac:grpSpMkLst>
        </pc:grpChg>
        <pc:grpChg chg="mod">
          <ac:chgData name="rong CAI" userId="f0793ddbe13bc247" providerId="LiveId" clId="{084F9CBF-5DB4-463A-8A3B-37F600E3FCE7}" dt="2026-06-16T20:47:05.013" v="4039" actId="1076"/>
          <ac:grpSpMkLst>
            <pc:docMk/>
            <pc:sldMk cId="0" sldId="261"/>
            <ac:grpSpMk id="25" creationId="{1C79ACE0-ACC6-B189-0607-47BBB86AB324}"/>
          </ac:grpSpMkLst>
        </pc:grpChg>
        <pc:grpChg chg="add mod">
          <ac:chgData name="rong CAI" userId="f0793ddbe13bc247" providerId="LiveId" clId="{084F9CBF-5DB4-463A-8A3B-37F600E3FCE7}" dt="2026-06-16T20:47:08.489" v="4042"/>
          <ac:grpSpMkLst>
            <pc:docMk/>
            <pc:sldMk cId="0" sldId="261"/>
            <ac:grpSpMk id="26" creationId="{B3572E6D-EC56-7E61-E0B7-CB580083953B}"/>
          </ac:grpSpMkLst>
        </pc:grpChg>
        <pc:grpChg chg="add mod">
          <ac:chgData name="rong CAI" userId="f0793ddbe13bc247" providerId="LiveId" clId="{084F9CBF-5DB4-463A-8A3B-37F600E3FCE7}" dt="2026-06-16T20:47:04.441" v="4038" actId="164"/>
          <ac:grpSpMkLst>
            <pc:docMk/>
            <pc:sldMk cId="0" sldId="261"/>
            <ac:grpSpMk id="35" creationId="{2376E774-2231-08EB-4C33-6B30193CD8A8}"/>
          </ac:grpSpMkLst>
        </pc:grpChg>
        <pc:graphicFrameChg chg="add del mod modGraphic">
          <ac:chgData name="rong CAI" userId="f0793ddbe13bc247" providerId="LiveId" clId="{084F9CBF-5DB4-463A-8A3B-37F600E3FCE7}" dt="2026-06-16T20:47:11.433" v="4044" actId="26606"/>
          <ac:graphicFrameMkLst>
            <pc:docMk/>
            <pc:sldMk cId="0" sldId="261"/>
            <ac:graphicFrameMk id="117" creationId="{8ACA90B7-CA7E-EFC9-6B8C-8BBBB279FF4D}"/>
          </ac:graphicFrameMkLst>
        </pc:graphicFrameChg>
      </pc:sldChg>
      <pc:sldChg chg="addSp delSp modSp mod setBg">
        <pc:chgData name="rong CAI" userId="f0793ddbe13bc247" providerId="LiveId" clId="{084F9CBF-5DB4-463A-8A3B-37F600E3FCE7}" dt="2026-06-16T21:19:03.853" v="4724" actId="403"/>
        <pc:sldMkLst>
          <pc:docMk/>
          <pc:sldMk cId="0" sldId="262"/>
        </pc:sldMkLst>
        <pc:spChg chg="mod">
          <ac:chgData name="rong CAI" userId="f0793ddbe13bc247" providerId="LiveId" clId="{084F9CBF-5DB4-463A-8A3B-37F600E3FCE7}" dt="2026-06-16T20:50:37.640" v="4117" actId="26606"/>
          <ac:spMkLst>
            <pc:docMk/>
            <pc:sldMk cId="0" sldId="262"/>
            <ac:spMk id="120" creationId="{00000000-0000-0000-0000-000000000000}"/>
          </ac:spMkLst>
        </pc:spChg>
        <pc:spChg chg="mod">
          <ac:chgData name="rong CAI" userId="f0793ddbe13bc247" providerId="LiveId" clId="{084F9CBF-5DB4-463A-8A3B-37F600E3FCE7}" dt="2026-06-16T21:19:03.853" v="4724" actId="403"/>
          <ac:spMkLst>
            <pc:docMk/>
            <pc:sldMk cId="0" sldId="262"/>
            <ac:spMk id="121" creationId="{00000000-0000-0000-0000-000000000000}"/>
          </ac:spMkLst>
        </pc:spChg>
        <pc:spChg chg="add del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23" creationId="{1B15ED52-F352-441B-82BF-E0EA34836D08}"/>
          </ac:spMkLst>
        </pc:spChg>
        <pc:spChg chg="add del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24" creationId="{3B2E3793-BFE6-45A2-9B7B-E18844431C99}"/>
          </ac:spMkLst>
        </pc:spChg>
        <pc:spChg chg="add del">
          <ac:chgData name="rong CAI" userId="f0793ddbe13bc247" providerId="LiveId" clId="{084F9CBF-5DB4-463A-8A3B-37F600E3FCE7}" dt="2026-06-16T21:13:39.764" v="4684" actId="26606"/>
          <ac:spMkLst>
            <pc:docMk/>
            <pc:sldMk cId="0" sldId="262"/>
            <ac:spMk id="125" creationId="{BC4C4868-CB8F-4AF9-9CDB-8108F2C19B67}"/>
          </ac:spMkLst>
        </pc:spChg>
        <pc:spChg chg="add del">
          <ac:chgData name="rong CAI" userId="f0793ddbe13bc247" providerId="LiveId" clId="{084F9CBF-5DB4-463A-8A3B-37F600E3FCE7}" dt="2026-06-16T20:47:02.808" v="4033" actId="26606"/>
          <ac:spMkLst>
            <pc:docMk/>
            <pc:sldMk cId="0" sldId="262"/>
            <ac:spMk id="126" creationId="{1B15ED52-F352-441B-82BF-E0EA34836D08}"/>
          </ac:spMkLst>
        </pc:spChg>
        <pc:spChg chg="add del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27" creationId="{375E0459-6403-40CD-989D-56A4407CA12E}"/>
          </ac:spMkLst>
        </pc:spChg>
        <pc:spChg chg="add del">
          <ac:chgData name="rong CAI" userId="f0793ddbe13bc247" providerId="LiveId" clId="{084F9CBF-5DB4-463A-8A3B-37F600E3FCE7}" dt="2026-06-16T20:47:02.808" v="4033" actId="26606"/>
          <ac:spMkLst>
            <pc:docMk/>
            <pc:sldMk cId="0" sldId="262"/>
            <ac:spMk id="128" creationId="{3B2E3793-BFE6-45A2-9B7B-E18844431C99}"/>
          </ac:spMkLst>
        </pc:spChg>
        <pc:spChg chg="add del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29" creationId="{53E5B1A8-3AC9-4BD1-9BBC-78CA94F2D1BA}"/>
          </ac:spMkLst>
        </pc:spChg>
        <pc:spChg chg="add del">
          <ac:chgData name="rong CAI" userId="f0793ddbe13bc247" providerId="LiveId" clId="{084F9CBF-5DB4-463A-8A3B-37F600E3FCE7}" dt="2026-06-16T20:47:02.808" v="4033" actId="26606"/>
          <ac:spMkLst>
            <pc:docMk/>
            <pc:sldMk cId="0" sldId="262"/>
            <ac:spMk id="130" creationId="{BC4C4868-CB8F-4AF9-9CDB-8108F2C19B67}"/>
          </ac:spMkLst>
        </pc:spChg>
        <pc:spChg chg="add del">
          <ac:chgData name="rong CAI" userId="f0793ddbe13bc247" providerId="LiveId" clId="{084F9CBF-5DB4-463A-8A3B-37F600E3FCE7}" dt="2026-06-16T21:13:39.764" v="4684" actId="26606"/>
          <ac:spMkLst>
            <pc:docMk/>
            <pc:sldMk cId="0" sldId="262"/>
            <ac:spMk id="131" creationId="{09588DA8-065E-4F6F-8EFD-43104AB2E0CF}"/>
          </ac:spMkLst>
        </pc:spChg>
        <pc:spChg chg="add del">
          <ac:chgData name="rong CAI" userId="f0793ddbe13bc247" providerId="LiveId" clId="{084F9CBF-5DB4-463A-8A3B-37F600E3FCE7}" dt="2026-06-16T20:47:02.808" v="4033" actId="26606"/>
          <ac:spMkLst>
            <pc:docMk/>
            <pc:sldMk cId="0" sldId="262"/>
            <ac:spMk id="132" creationId="{375E0459-6403-40CD-989D-56A4407CA12E}"/>
          </ac:spMkLst>
        </pc:spChg>
        <pc:spChg chg="add del">
          <ac:chgData name="rong CAI" userId="f0793ddbe13bc247" providerId="LiveId" clId="{084F9CBF-5DB4-463A-8A3B-37F600E3FCE7}" dt="2026-06-16T20:47:02.808" v="4033" actId="26606"/>
          <ac:spMkLst>
            <pc:docMk/>
            <pc:sldMk cId="0" sldId="262"/>
            <ac:spMk id="134" creationId="{53E5B1A8-3AC9-4BD1-9BBC-78CA94F2D1BA}"/>
          </ac:spMkLst>
        </pc:spChg>
        <pc:spChg chg="add del">
          <ac:chgData name="rong CAI" userId="f0793ddbe13bc247" providerId="LiveId" clId="{084F9CBF-5DB4-463A-8A3B-37F600E3FCE7}" dt="2026-06-16T21:13:39.764" v="4684" actId="26606"/>
          <ac:spMkLst>
            <pc:docMk/>
            <pc:sldMk cId="0" sldId="262"/>
            <ac:spMk id="142" creationId="{D2B78728-A580-49A7-84F9-6EF6F583ADE0}"/>
          </ac:spMkLst>
        </pc:spChg>
        <pc:spChg chg="add del">
          <ac:chgData name="rong CAI" userId="f0793ddbe13bc247" providerId="LiveId" clId="{084F9CBF-5DB4-463A-8A3B-37F600E3FCE7}" dt="2026-06-16T21:13:39.764" v="4684" actId="26606"/>
          <ac:spMkLst>
            <pc:docMk/>
            <pc:sldMk cId="0" sldId="262"/>
            <ac:spMk id="144" creationId="{38FAA1A1-D861-433F-88FA-1E9D6FD31D11}"/>
          </ac:spMkLst>
        </pc:spChg>
        <pc:spChg chg="add del">
          <ac:chgData name="rong CAI" userId="f0793ddbe13bc247" providerId="LiveId" clId="{084F9CBF-5DB4-463A-8A3B-37F600E3FCE7}" dt="2026-06-16T21:13:39.764" v="4684" actId="26606"/>
          <ac:spMkLst>
            <pc:docMk/>
            <pc:sldMk cId="0" sldId="262"/>
            <ac:spMk id="146" creationId="{8D71EDA1-87BF-4D5D-AB79-F346FD19278A}"/>
          </ac:spMkLst>
        </pc:spChg>
        <pc:spChg chg="add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48" creationId="{DEE2AD96-B495-4E06-9291-B71706F728CB}"/>
          </ac:spMkLst>
        </pc:spChg>
        <pc:spChg chg="add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50" creationId="{86909FA0-B515-4681-B7A8-FA281D133B94}"/>
          </ac:spMkLst>
        </pc:spChg>
        <pc:spChg chg="add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51" creationId="{21C9FE86-FCC3-4A31-AA1C-C882262B7FE7}"/>
          </ac:spMkLst>
        </pc:spChg>
        <pc:spChg chg="add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52" creationId="{7D96243B-ECED-4B71-8E06-AE9A285EAD20}"/>
          </ac:spMkLst>
        </pc:spChg>
        <pc:spChg chg="add">
          <ac:chgData name="rong CAI" userId="f0793ddbe13bc247" providerId="LiveId" clId="{084F9CBF-5DB4-463A-8A3B-37F600E3FCE7}" dt="2026-06-16T21:13:39.780" v="4685" actId="26606"/>
          <ac:spMkLst>
            <pc:docMk/>
            <pc:sldMk cId="0" sldId="262"/>
            <ac:spMk id="153" creationId="{A09989E4-EFDC-4A90-A633-E0525FB4139E}"/>
          </ac:spMkLst>
        </pc:spChg>
      </pc:sldChg>
      <pc:sldChg chg="addSp delSp modSp mod ord setBg">
        <pc:chgData name="rong CAI" userId="f0793ddbe13bc247" providerId="LiveId" clId="{084F9CBF-5DB4-463A-8A3B-37F600E3FCE7}" dt="2026-06-16T21:19:45.187" v="4729" actId="113"/>
        <pc:sldMkLst>
          <pc:docMk/>
          <pc:sldMk cId="0" sldId="263"/>
        </pc:sldMkLst>
        <pc:spChg chg="mod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26" creationId="{00000000-0000-0000-0000-000000000000}"/>
          </ac:spMkLst>
        </pc:spChg>
        <pc:spChg chg="mod">
          <ac:chgData name="rong CAI" userId="f0793ddbe13bc247" providerId="LiveId" clId="{084F9CBF-5DB4-463A-8A3B-37F600E3FCE7}" dt="2026-06-16T21:19:45.187" v="4729" actId="113"/>
          <ac:spMkLst>
            <pc:docMk/>
            <pc:sldMk cId="0" sldId="263"/>
            <ac:spMk id="127" creationId="{00000000-0000-0000-0000-000000000000}"/>
          </ac:spMkLst>
        </pc:spChg>
        <pc:spChg chg="add">
          <ac:chgData name="rong CAI" userId="f0793ddbe13bc247" providerId="LiveId" clId="{084F9CBF-5DB4-463A-8A3B-37F600E3FCE7}" dt="2026-06-16T21:13:16.009" v="4681" actId="26606"/>
          <ac:spMkLst>
            <pc:docMk/>
            <pc:sldMk cId="0" sldId="263"/>
            <ac:spMk id="132" creationId="{1B15ED52-F352-441B-82BF-E0EA34836D08}"/>
          </ac:spMkLst>
        </pc:spChg>
        <pc:spChg chg="add del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34" creationId="{3B2E3793-BFE6-45A2-9B7B-E18844431C99}"/>
          </ac:spMkLst>
        </pc:spChg>
        <pc:spChg chg="add">
          <ac:chgData name="rong CAI" userId="f0793ddbe13bc247" providerId="LiveId" clId="{084F9CBF-5DB4-463A-8A3B-37F600E3FCE7}" dt="2026-06-16T21:13:16.009" v="4681" actId="26606"/>
          <ac:spMkLst>
            <pc:docMk/>
            <pc:sldMk cId="0" sldId="263"/>
            <ac:spMk id="136" creationId="{BC4C4868-CB8F-4AF9-9CDB-8108F2C19B67}"/>
          </ac:spMkLst>
        </pc:spChg>
        <pc:spChg chg="add del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38" creationId="{375E0459-6403-40CD-989D-56A4407CA12E}"/>
          </ac:spMkLst>
        </pc:spChg>
        <pc:spChg chg="add del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40" creationId="{53E5B1A8-3AC9-4BD1-9BBC-78CA94F2D1BA}"/>
          </ac:spMkLst>
        </pc:spChg>
        <pc:spChg chg="add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47" creationId="{53CF6D67-C5A8-4ADD-9E8E-1E38CA1D3166}"/>
          </ac:spMkLst>
        </pc:spChg>
        <pc:spChg chg="add del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49" creationId="{86909FA0-B515-4681-B7A8-FA281D133B94}"/>
          </ac:spMkLst>
        </pc:spChg>
        <pc:spChg chg="add del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51" creationId="{21C9FE86-FCC3-4A31-AA1C-C882262B7FE7}"/>
          </ac:spMkLst>
        </pc:spChg>
        <pc:spChg chg="add del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53" creationId="{7D96243B-ECED-4B71-8E06-AE9A285EAD20}"/>
          </ac:spMkLst>
        </pc:spChg>
        <pc:spChg chg="add del">
          <ac:chgData name="rong CAI" userId="f0793ddbe13bc247" providerId="LiveId" clId="{084F9CBF-5DB4-463A-8A3B-37F600E3FCE7}" dt="2026-06-16T21:13:20.221" v="4682" actId="26606"/>
          <ac:spMkLst>
            <pc:docMk/>
            <pc:sldMk cId="0" sldId="263"/>
            <ac:spMk id="155" creationId="{A09989E4-EFDC-4A90-A633-E0525FB4139E}"/>
          </ac:spMkLst>
        </pc:spChg>
      </pc:sldChg>
      <pc:sldChg chg="addSp modSp mod setBg modShow">
        <pc:chgData name="rong CAI" userId="f0793ddbe13bc247" providerId="LiveId" clId="{084F9CBF-5DB4-463A-8A3B-37F600E3FCE7}" dt="2026-06-16T21:11:13.633" v="4667" actId="20577"/>
        <pc:sldMkLst>
          <pc:docMk/>
          <pc:sldMk cId="0" sldId="264"/>
        </pc:sldMkLst>
        <pc:spChg chg="mod">
          <ac:chgData name="rong CAI" userId="f0793ddbe13bc247" providerId="LiveId" clId="{084F9CBF-5DB4-463A-8A3B-37F600E3FCE7}" dt="2026-06-16T20:50:51.024" v="4119" actId="26606"/>
          <ac:spMkLst>
            <pc:docMk/>
            <pc:sldMk cId="0" sldId="264"/>
            <ac:spMk id="132" creationId="{00000000-0000-0000-0000-000000000000}"/>
          </ac:spMkLst>
        </pc:spChg>
        <pc:spChg chg="mod">
          <ac:chgData name="rong CAI" userId="f0793ddbe13bc247" providerId="LiveId" clId="{084F9CBF-5DB4-463A-8A3B-37F600E3FCE7}" dt="2026-06-16T21:11:13.633" v="4667" actId="20577"/>
          <ac:spMkLst>
            <pc:docMk/>
            <pc:sldMk cId="0" sldId="264"/>
            <ac:spMk id="133" creationId="{00000000-0000-0000-0000-000000000000}"/>
          </ac:spMkLst>
        </pc:spChg>
        <pc:spChg chg="add">
          <ac:chgData name="rong CAI" userId="f0793ddbe13bc247" providerId="LiveId" clId="{084F9CBF-5DB4-463A-8A3B-37F600E3FCE7}" dt="2026-06-16T20:50:51.024" v="4119" actId="26606"/>
          <ac:spMkLst>
            <pc:docMk/>
            <pc:sldMk cId="0" sldId="264"/>
            <ac:spMk id="138" creationId="{1B15ED52-F352-441B-82BF-E0EA34836D08}"/>
          </ac:spMkLst>
        </pc:spChg>
        <pc:spChg chg="add">
          <ac:chgData name="rong CAI" userId="f0793ddbe13bc247" providerId="LiveId" clId="{084F9CBF-5DB4-463A-8A3B-37F600E3FCE7}" dt="2026-06-16T20:50:51.024" v="4119" actId="26606"/>
          <ac:spMkLst>
            <pc:docMk/>
            <pc:sldMk cId="0" sldId="264"/>
            <ac:spMk id="140" creationId="{3B2E3793-BFE6-45A2-9B7B-E18844431C99}"/>
          </ac:spMkLst>
        </pc:spChg>
        <pc:spChg chg="add">
          <ac:chgData name="rong CAI" userId="f0793ddbe13bc247" providerId="LiveId" clId="{084F9CBF-5DB4-463A-8A3B-37F600E3FCE7}" dt="2026-06-16T20:50:51.024" v="4119" actId="26606"/>
          <ac:spMkLst>
            <pc:docMk/>
            <pc:sldMk cId="0" sldId="264"/>
            <ac:spMk id="142" creationId="{BC4C4868-CB8F-4AF9-9CDB-8108F2C19B67}"/>
          </ac:spMkLst>
        </pc:spChg>
        <pc:spChg chg="add">
          <ac:chgData name="rong CAI" userId="f0793ddbe13bc247" providerId="LiveId" clId="{084F9CBF-5DB4-463A-8A3B-37F600E3FCE7}" dt="2026-06-16T20:50:51.024" v="4119" actId="26606"/>
          <ac:spMkLst>
            <pc:docMk/>
            <pc:sldMk cId="0" sldId="264"/>
            <ac:spMk id="144" creationId="{375E0459-6403-40CD-989D-56A4407CA12E}"/>
          </ac:spMkLst>
        </pc:spChg>
        <pc:spChg chg="add">
          <ac:chgData name="rong CAI" userId="f0793ddbe13bc247" providerId="LiveId" clId="{084F9CBF-5DB4-463A-8A3B-37F600E3FCE7}" dt="2026-06-16T20:50:51.024" v="4119" actId="26606"/>
          <ac:spMkLst>
            <pc:docMk/>
            <pc:sldMk cId="0" sldId="264"/>
            <ac:spMk id="146" creationId="{53E5B1A8-3AC9-4BD1-9BBC-78CA94F2D1BA}"/>
          </ac:spMkLst>
        </pc:spChg>
      </pc:sldChg>
      <pc:sldChg chg="addSp delSp modSp mod setBg modShow">
        <pc:chgData name="rong CAI" userId="f0793ddbe13bc247" providerId="LiveId" clId="{084F9CBF-5DB4-463A-8A3B-37F600E3FCE7}" dt="2026-06-16T21:14:03.824" v="4686" actId="404"/>
        <pc:sldMkLst>
          <pc:docMk/>
          <pc:sldMk cId="0" sldId="265"/>
        </pc:sldMkLst>
        <pc:spChg chg="add del mod">
          <ac:chgData name="rong CAI" userId="f0793ddbe13bc247" providerId="LiveId" clId="{084F9CBF-5DB4-463A-8A3B-37F600E3FCE7}" dt="2026-06-16T21:06:40.876" v="4638" actId="478"/>
          <ac:spMkLst>
            <pc:docMk/>
            <pc:sldMk cId="0" sldId="265"/>
            <ac:spMk id="7" creationId="{A49AD4F4-E826-79C0-DBDC-AEEE806984D0}"/>
          </ac:spMkLst>
        </pc:spChg>
        <pc:spChg chg="mod">
          <ac:chgData name="rong CAI" userId="f0793ddbe13bc247" providerId="LiveId" clId="{084F9CBF-5DB4-463A-8A3B-37F600E3FCE7}" dt="2026-06-16T20:50:54.396" v="4120" actId="26606"/>
          <ac:spMkLst>
            <pc:docMk/>
            <pc:sldMk cId="0" sldId="265"/>
            <ac:spMk id="138" creationId="{00000000-0000-0000-0000-000000000000}"/>
          </ac:spMkLst>
        </pc:spChg>
        <pc:spChg chg="del mod">
          <ac:chgData name="rong CAI" userId="f0793ddbe13bc247" providerId="LiveId" clId="{084F9CBF-5DB4-463A-8A3B-37F600E3FCE7}" dt="2026-06-16T21:06:32.046" v="4637" actId="478"/>
          <ac:spMkLst>
            <pc:docMk/>
            <pc:sldMk cId="0" sldId="265"/>
            <ac:spMk id="139" creationId="{00000000-0000-0000-0000-000000000000}"/>
          </ac:spMkLst>
        </pc:spChg>
        <pc:spChg chg="add">
          <ac:chgData name="rong CAI" userId="f0793ddbe13bc247" providerId="LiveId" clId="{084F9CBF-5DB4-463A-8A3B-37F600E3FCE7}" dt="2026-06-16T20:50:54.396" v="4120" actId="26606"/>
          <ac:spMkLst>
            <pc:docMk/>
            <pc:sldMk cId="0" sldId="265"/>
            <ac:spMk id="144" creationId="{1B15ED52-F352-441B-82BF-E0EA34836D08}"/>
          </ac:spMkLst>
        </pc:spChg>
        <pc:spChg chg="add">
          <ac:chgData name="rong CAI" userId="f0793ddbe13bc247" providerId="LiveId" clId="{084F9CBF-5DB4-463A-8A3B-37F600E3FCE7}" dt="2026-06-16T20:50:54.396" v="4120" actId="26606"/>
          <ac:spMkLst>
            <pc:docMk/>
            <pc:sldMk cId="0" sldId="265"/>
            <ac:spMk id="146" creationId="{3B2E3793-BFE6-45A2-9B7B-E18844431C99}"/>
          </ac:spMkLst>
        </pc:spChg>
        <pc:spChg chg="add">
          <ac:chgData name="rong CAI" userId="f0793ddbe13bc247" providerId="LiveId" clId="{084F9CBF-5DB4-463A-8A3B-37F600E3FCE7}" dt="2026-06-16T20:50:54.396" v="4120" actId="26606"/>
          <ac:spMkLst>
            <pc:docMk/>
            <pc:sldMk cId="0" sldId="265"/>
            <ac:spMk id="148" creationId="{BC4C4868-CB8F-4AF9-9CDB-8108F2C19B67}"/>
          </ac:spMkLst>
        </pc:spChg>
        <pc:spChg chg="add">
          <ac:chgData name="rong CAI" userId="f0793ddbe13bc247" providerId="LiveId" clId="{084F9CBF-5DB4-463A-8A3B-37F600E3FCE7}" dt="2026-06-16T20:50:54.396" v="4120" actId="26606"/>
          <ac:spMkLst>
            <pc:docMk/>
            <pc:sldMk cId="0" sldId="265"/>
            <ac:spMk id="150" creationId="{375E0459-6403-40CD-989D-56A4407CA12E}"/>
          </ac:spMkLst>
        </pc:spChg>
        <pc:spChg chg="add">
          <ac:chgData name="rong CAI" userId="f0793ddbe13bc247" providerId="LiveId" clId="{084F9CBF-5DB4-463A-8A3B-37F600E3FCE7}" dt="2026-06-16T20:50:54.396" v="4120" actId="26606"/>
          <ac:spMkLst>
            <pc:docMk/>
            <pc:sldMk cId="0" sldId="265"/>
            <ac:spMk id="152" creationId="{53E5B1A8-3AC9-4BD1-9BBC-78CA94F2D1BA}"/>
          </ac:spMkLst>
        </pc:spChg>
        <pc:graphicFrameChg chg="add del modGraphic">
          <ac:chgData name="rong CAI" userId="f0793ddbe13bc247" providerId="LiveId" clId="{084F9CBF-5DB4-463A-8A3B-37F600E3FCE7}" dt="2026-06-16T21:02:39.469" v="4582" actId="478"/>
          <ac:graphicFrameMkLst>
            <pc:docMk/>
            <pc:sldMk cId="0" sldId="265"/>
            <ac:graphicFrameMk id="2" creationId="{E8D4DEDF-6AF1-168E-CD49-4EAFB66A8339}"/>
          </ac:graphicFrameMkLst>
        </pc:graphicFrameChg>
        <pc:graphicFrameChg chg="add del modGraphic">
          <ac:chgData name="rong CAI" userId="f0793ddbe13bc247" providerId="LiveId" clId="{084F9CBF-5DB4-463A-8A3B-37F600E3FCE7}" dt="2026-06-16T21:03:02.892" v="4584" actId="478"/>
          <ac:graphicFrameMkLst>
            <pc:docMk/>
            <pc:sldMk cId="0" sldId="265"/>
            <ac:graphicFrameMk id="3" creationId="{536ADC6E-C1A1-E71B-00EE-21F244F62E55}"/>
          </ac:graphicFrameMkLst>
        </pc:graphicFrameChg>
        <pc:graphicFrameChg chg="add del modGraphic">
          <ac:chgData name="rong CAI" userId="f0793ddbe13bc247" providerId="LiveId" clId="{084F9CBF-5DB4-463A-8A3B-37F600E3FCE7}" dt="2026-06-16T21:03:34.698" v="4586" actId="1032"/>
          <ac:graphicFrameMkLst>
            <pc:docMk/>
            <pc:sldMk cId="0" sldId="265"/>
            <ac:graphicFrameMk id="4" creationId="{19FBB74A-AA15-C27D-7118-508F95714F4B}"/>
          </ac:graphicFrameMkLst>
        </pc:graphicFrameChg>
        <pc:graphicFrameChg chg="add mod modGraphic">
          <ac:chgData name="rong CAI" userId="f0793ddbe13bc247" providerId="LiveId" clId="{084F9CBF-5DB4-463A-8A3B-37F600E3FCE7}" dt="2026-06-16T21:14:03.824" v="4686" actId="404"/>
          <ac:graphicFrameMkLst>
            <pc:docMk/>
            <pc:sldMk cId="0" sldId="265"/>
            <ac:graphicFrameMk id="5" creationId="{401F452C-2D61-554B-11BE-4AC085E1D140}"/>
          </ac:graphicFrameMkLst>
        </pc:graphicFrameChg>
      </pc:sldChg>
      <pc:sldChg chg="modSp mod modShow">
        <pc:chgData name="rong CAI" userId="f0793ddbe13bc247" providerId="LiveId" clId="{084F9CBF-5DB4-463A-8A3B-37F600E3FCE7}" dt="2026-06-16T20:29:52.313" v="3848"/>
        <pc:sldMkLst>
          <pc:docMk/>
          <pc:sldMk cId="0" sldId="266"/>
        </pc:sldMkLst>
        <pc:spChg chg="mod">
          <ac:chgData name="rong CAI" userId="f0793ddbe13bc247" providerId="LiveId" clId="{084F9CBF-5DB4-463A-8A3B-37F600E3FCE7}" dt="2026-06-16T20:29:52.313" v="3848"/>
          <ac:spMkLst>
            <pc:docMk/>
            <pc:sldMk cId="0" sldId="266"/>
            <ac:spMk id="144" creationId="{00000000-0000-0000-0000-000000000000}"/>
          </ac:spMkLst>
        </pc:spChg>
        <pc:spChg chg="mod">
          <ac:chgData name="rong CAI" userId="f0793ddbe13bc247" providerId="LiveId" clId="{084F9CBF-5DB4-463A-8A3B-37F600E3FCE7}" dt="2026-06-16T20:29:52.313" v="3848"/>
          <ac:spMkLst>
            <pc:docMk/>
            <pc:sldMk cId="0" sldId="266"/>
            <ac:spMk id="145" creationId="{00000000-0000-0000-0000-000000000000}"/>
          </ac:spMkLst>
        </pc:spChg>
      </pc:sldChg>
      <pc:sldChg chg="addSp delSp modSp mod ord setBg modShow">
        <pc:chgData name="rong CAI" userId="f0793ddbe13bc247" providerId="LiveId" clId="{084F9CBF-5DB4-463A-8A3B-37F600E3FCE7}" dt="2026-06-16T21:20:11.458" v="4735" actId="20577"/>
        <pc:sldMkLst>
          <pc:docMk/>
          <pc:sldMk cId="0" sldId="267"/>
        </pc:sldMkLst>
        <pc:spChg chg="mod">
          <ac:chgData name="rong CAI" userId="f0793ddbe13bc247" providerId="LiveId" clId="{084F9CBF-5DB4-463A-8A3B-37F600E3FCE7}" dt="2026-06-16T20:51:16.829" v="4121" actId="26606"/>
          <ac:spMkLst>
            <pc:docMk/>
            <pc:sldMk cId="0" sldId="267"/>
            <ac:spMk id="150" creationId="{00000000-0000-0000-0000-000000000000}"/>
          </ac:spMkLst>
        </pc:spChg>
        <pc:spChg chg="del mod">
          <ac:chgData name="rong CAI" userId="f0793ddbe13bc247" providerId="LiveId" clId="{084F9CBF-5DB4-463A-8A3B-37F600E3FCE7}" dt="2026-06-16T20:51:16.829" v="4121" actId="26606"/>
          <ac:spMkLst>
            <pc:docMk/>
            <pc:sldMk cId="0" sldId="267"/>
            <ac:spMk id="151" creationId="{00000000-0000-0000-0000-000000000000}"/>
          </ac:spMkLst>
        </pc:spChg>
        <pc:spChg chg="add">
          <ac:chgData name="rong CAI" userId="f0793ddbe13bc247" providerId="LiveId" clId="{084F9CBF-5DB4-463A-8A3B-37F600E3FCE7}" dt="2026-06-16T20:51:16.829" v="4121" actId="26606"/>
          <ac:spMkLst>
            <pc:docMk/>
            <pc:sldMk cId="0" sldId="267"/>
            <ac:spMk id="157" creationId="{BACC6370-2D7E-4714-9D71-7542949D7D5D}"/>
          </ac:spMkLst>
        </pc:spChg>
        <pc:spChg chg="add">
          <ac:chgData name="rong CAI" userId="f0793ddbe13bc247" providerId="LiveId" clId="{084F9CBF-5DB4-463A-8A3B-37F600E3FCE7}" dt="2026-06-16T20:51:16.829" v="4121" actId="26606"/>
          <ac:spMkLst>
            <pc:docMk/>
            <pc:sldMk cId="0" sldId="267"/>
            <ac:spMk id="159" creationId="{F68B3F68-107C-434F-AA38-110D5EA91B85}"/>
          </ac:spMkLst>
        </pc:spChg>
        <pc:spChg chg="add">
          <ac:chgData name="rong CAI" userId="f0793ddbe13bc247" providerId="LiveId" clId="{084F9CBF-5DB4-463A-8A3B-37F600E3FCE7}" dt="2026-06-16T20:51:16.829" v="4121" actId="26606"/>
          <ac:spMkLst>
            <pc:docMk/>
            <pc:sldMk cId="0" sldId="267"/>
            <ac:spMk id="161" creationId="{AAD0DBB9-1A4B-4391-81D4-CB19F9AB918A}"/>
          </ac:spMkLst>
        </pc:spChg>
        <pc:spChg chg="add">
          <ac:chgData name="rong CAI" userId="f0793ddbe13bc247" providerId="LiveId" clId="{084F9CBF-5DB4-463A-8A3B-37F600E3FCE7}" dt="2026-06-16T20:51:16.829" v="4121" actId="26606"/>
          <ac:spMkLst>
            <pc:docMk/>
            <pc:sldMk cId="0" sldId="267"/>
            <ac:spMk id="163" creationId="{063BBA22-50EA-4C4D-BE05-F1CE4E63AA56}"/>
          </ac:spMkLst>
        </pc:spChg>
        <pc:graphicFrameChg chg="add modGraphic">
          <ac:chgData name="rong CAI" userId="f0793ddbe13bc247" providerId="LiveId" clId="{084F9CBF-5DB4-463A-8A3B-37F600E3FCE7}" dt="2026-06-16T21:20:11.458" v="4735" actId="20577"/>
          <ac:graphicFrameMkLst>
            <pc:docMk/>
            <pc:sldMk cId="0" sldId="267"/>
            <ac:graphicFrameMk id="153" creationId="{5C5D83C0-31CC-1A49-69C3-DDAD2E90511F}"/>
          </ac:graphicFrameMkLst>
        </pc:graphicFrameChg>
      </pc:sldChg>
      <pc:sldChg chg="modSp mod ord">
        <pc:chgData name="rong CAI" userId="f0793ddbe13bc247" providerId="LiveId" clId="{084F9CBF-5DB4-463A-8A3B-37F600E3FCE7}" dt="2026-06-16T20:29:52.313" v="3848"/>
        <pc:sldMkLst>
          <pc:docMk/>
          <pc:sldMk cId="202603260" sldId="268"/>
        </pc:sldMkLst>
        <pc:spChg chg="mod">
          <ac:chgData name="rong CAI" userId="f0793ddbe13bc247" providerId="LiveId" clId="{084F9CBF-5DB4-463A-8A3B-37F600E3FCE7}" dt="2026-06-16T20:29:52.313" v="3848"/>
          <ac:spMkLst>
            <pc:docMk/>
            <pc:sldMk cId="202603260" sldId="268"/>
            <ac:spMk id="102" creationId="{6FA815C5-F439-3654-BEDB-8477E34A4AB9}"/>
          </ac:spMkLst>
        </pc:spChg>
        <pc:spChg chg="mod">
          <ac:chgData name="rong CAI" userId="f0793ddbe13bc247" providerId="LiveId" clId="{084F9CBF-5DB4-463A-8A3B-37F600E3FCE7}" dt="2026-06-16T20:29:52.313" v="3848"/>
          <ac:spMkLst>
            <pc:docMk/>
            <pc:sldMk cId="202603260" sldId="268"/>
            <ac:spMk id="103" creationId="{702D99B5-A5EA-B9F7-5E9C-7F85E5828A3B}"/>
          </ac:spMkLst>
        </pc:spChg>
      </pc:sldChg>
      <pc:sldChg chg="modSp mod ord">
        <pc:chgData name="rong CAI" userId="f0793ddbe13bc247" providerId="LiveId" clId="{084F9CBF-5DB4-463A-8A3B-37F600E3FCE7}" dt="2026-06-16T20:29:52.313" v="3848"/>
        <pc:sldMkLst>
          <pc:docMk/>
          <pc:sldMk cId="3312344422" sldId="270"/>
        </pc:sldMkLst>
        <pc:spChg chg="mod">
          <ac:chgData name="rong CAI" userId="f0793ddbe13bc247" providerId="LiveId" clId="{084F9CBF-5DB4-463A-8A3B-37F600E3FCE7}" dt="2026-06-16T20:29:52.313" v="3848"/>
          <ac:spMkLst>
            <pc:docMk/>
            <pc:sldMk cId="3312344422" sldId="270"/>
            <ac:spMk id="114" creationId="{66E60140-1C37-D3CF-16B7-810F1E402F48}"/>
          </ac:spMkLst>
        </pc:spChg>
        <pc:spChg chg="mod">
          <ac:chgData name="rong CAI" userId="f0793ddbe13bc247" providerId="LiveId" clId="{084F9CBF-5DB4-463A-8A3B-37F600E3FCE7}" dt="2026-06-16T20:29:52.313" v="3848"/>
          <ac:spMkLst>
            <pc:docMk/>
            <pc:sldMk cId="3312344422" sldId="270"/>
            <ac:spMk id="115" creationId="{335DF336-8898-9144-A829-3BDF2CED9908}"/>
          </ac:spMkLst>
        </pc:spChg>
      </pc:sldChg>
      <pc:sldChg chg="addSp delSp modSp add mod ord setBg">
        <pc:chgData name="rong CAI" userId="f0793ddbe13bc247" providerId="LiveId" clId="{084F9CBF-5DB4-463A-8A3B-37F600E3FCE7}" dt="2026-06-16T21:09:56.573" v="4655" actId="1076"/>
        <pc:sldMkLst>
          <pc:docMk/>
          <pc:sldMk cId="0" sldId="272"/>
        </pc:sldMkLst>
        <pc:spChg chg="add del mod">
          <ac:chgData name="rong CAI" userId="f0793ddbe13bc247" providerId="LiveId" clId="{084F9CBF-5DB4-463A-8A3B-37F600E3FCE7}" dt="2026-06-16T20:59:35.433" v="4570" actId="478"/>
          <ac:spMkLst>
            <pc:docMk/>
            <pc:sldMk cId="0" sldId="272"/>
            <ac:spMk id="4" creationId="{6AA14FA6-C9C8-B706-6C47-44ADDC1C641B}"/>
          </ac:spMkLst>
        </pc:spChg>
        <pc:spChg chg="mod">
          <ac:chgData name="rong CAI" userId="f0793ddbe13bc247" providerId="LiveId" clId="{084F9CBF-5DB4-463A-8A3B-37F600E3FCE7}" dt="2026-06-16T20:52:16.361" v="4123" actId="26606"/>
          <ac:spMkLst>
            <pc:docMk/>
            <pc:sldMk cId="0" sldId="272"/>
            <ac:spMk id="144" creationId="{00000000-0000-0000-0000-000000000000}"/>
          </ac:spMkLst>
        </pc:spChg>
        <pc:spChg chg="del mod">
          <ac:chgData name="rong CAI" userId="f0793ddbe13bc247" providerId="LiveId" clId="{084F9CBF-5DB4-463A-8A3B-37F600E3FCE7}" dt="2026-06-16T20:59:33.090" v="4569" actId="478"/>
          <ac:spMkLst>
            <pc:docMk/>
            <pc:sldMk cId="0" sldId="272"/>
            <ac:spMk id="145" creationId="{00000000-0000-0000-0000-000000000000}"/>
          </ac:spMkLst>
        </pc:spChg>
        <pc:spChg chg="add">
          <ac:chgData name="rong CAI" userId="f0793ddbe13bc247" providerId="LiveId" clId="{084F9CBF-5DB4-463A-8A3B-37F600E3FCE7}" dt="2026-06-16T20:52:16.361" v="4123" actId="26606"/>
          <ac:spMkLst>
            <pc:docMk/>
            <pc:sldMk cId="0" sldId="272"/>
            <ac:spMk id="150" creationId="{1B15ED52-F352-441B-82BF-E0EA34836D08}"/>
          </ac:spMkLst>
        </pc:spChg>
        <pc:spChg chg="add">
          <ac:chgData name="rong CAI" userId="f0793ddbe13bc247" providerId="LiveId" clId="{084F9CBF-5DB4-463A-8A3B-37F600E3FCE7}" dt="2026-06-16T20:52:16.361" v="4123" actId="26606"/>
          <ac:spMkLst>
            <pc:docMk/>
            <pc:sldMk cId="0" sldId="272"/>
            <ac:spMk id="152" creationId="{3B2E3793-BFE6-45A2-9B7B-E18844431C99}"/>
          </ac:spMkLst>
        </pc:spChg>
        <pc:spChg chg="add">
          <ac:chgData name="rong CAI" userId="f0793ddbe13bc247" providerId="LiveId" clId="{084F9CBF-5DB4-463A-8A3B-37F600E3FCE7}" dt="2026-06-16T20:52:16.361" v="4123" actId="26606"/>
          <ac:spMkLst>
            <pc:docMk/>
            <pc:sldMk cId="0" sldId="272"/>
            <ac:spMk id="154" creationId="{BC4C4868-CB8F-4AF9-9CDB-8108F2C19B67}"/>
          </ac:spMkLst>
        </pc:spChg>
        <pc:spChg chg="add">
          <ac:chgData name="rong CAI" userId="f0793ddbe13bc247" providerId="LiveId" clId="{084F9CBF-5DB4-463A-8A3B-37F600E3FCE7}" dt="2026-06-16T20:52:16.361" v="4123" actId="26606"/>
          <ac:spMkLst>
            <pc:docMk/>
            <pc:sldMk cId="0" sldId="272"/>
            <ac:spMk id="156" creationId="{375E0459-6403-40CD-989D-56A4407CA12E}"/>
          </ac:spMkLst>
        </pc:spChg>
        <pc:spChg chg="add">
          <ac:chgData name="rong CAI" userId="f0793ddbe13bc247" providerId="LiveId" clId="{084F9CBF-5DB4-463A-8A3B-37F600E3FCE7}" dt="2026-06-16T20:52:16.361" v="4123" actId="26606"/>
          <ac:spMkLst>
            <pc:docMk/>
            <pc:sldMk cId="0" sldId="272"/>
            <ac:spMk id="158" creationId="{53E5B1A8-3AC9-4BD1-9BBC-78CA94F2D1BA}"/>
          </ac:spMkLst>
        </pc:spChg>
        <pc:graphicFrameChg chg="add mod modGraphic">
          <ac:chgData name="rong CAI" userId="f0793ddbe13bc247" providerId="LiveId" clId="{084F9CBF-5DB4-463A-8A3B-37F600E3FCE7}" dt="2026-06-16T21:09:56.573" v="4655" actId="1076"/>
          <ac:graphicFrameMkLst>
            <pc:docMk/>
            <pc:sldMk cId="0" sldId="272"/>
            <ac:graphicFrameMk id="2" creationId="{884418C2-087A-20B7-936A-E33C52269805}"/>
          </ac:graphicFrameMkLst>
        </pc:graphicFrameChg>
      </pc:sldChg>
      <pc:sldChg chg="modSp add mod ord modShow">
        <pc:chgData name="rong CAI" userId="f0793ddbe13bc247" providerId="LiveId" clId="{084F9CBF-5DB4-463A-8A3B-37F600E3FCE7}" dt="2026-06-16T20:29:52.313" v="3848"/>
        <pc:sldMkLst>
          <pc:docMk/>
          <pc:sldMk cId="2837649562" sldId="273"/>
        </pc:sldMkLst>
        <pc:spChg chg="mod">
          <ac:chgData name="rong CAI" userId="f0793ddbe13bc247" providerId="LiveId" clId="{084F9CBF-5DB4-463A-8A3B-37F600E3FCE7}" dt="2026-06-16T20:29:52.313" v="3848"/>
          <ac:spMkLst>
            <pc:docMk/>
            <pc:sldMk cId="2837649562" sldId="273"/>
            <ac:spMk id="114" creationId="{833E306C-8594-A373-04DF-671811BBDCD0}"/>
          </ac:spMkLst>
        </pc:spChg>
        <pc:spChg chg="mod">
          <ac:chgData name="rong CAI" userId="f0793ddbe13bc247" providerId="LiveId" clId="{084F9CBF-5DB4-463A-8A3B-37F600E3FCE7}" dt="2026-06-16T20:29:52.313" v="3848"/>
          <ac:spMkLst>
            <pc:docMk/>
            <pc:sldMk cId="2837649562" sldId="273"/>
            <ac:spMk id="115" creationId="{9B90CB35-C7FB-6E08-A3FB-A4DC48D84DBD}"/>
          </ac:spMkLst>
        </pc:spChg>
      </pc:sldChg>
      <pc:sldChg chg="modSp add">
        <pc:chgData name="rong CAI" userId="f0793ddbe13bc247" providerId="LiveId" clId="{084F9CBF-5DB4-463A-8A3B-37F600E3FCE7}" dt="2026-06-16T20:29:52.313" v="3848"/>
        <pc:sldMkLst>
          <pc:docMk/>
          <pc:sldMk cId="3960024994" sldId="274"/>
        </pc:sldMkLst>
        <pc:spChg chg="mod">
          <ac:chgData name="rong CAI" userId="f0793ddbe13bc247" providerId="LiveId" clId="{084F9CBF-5DB4-463A-8A3B-37F600E3FCE7}" dt="2026-06-16T20:29:52.313" v="3848"/>
          <ac:spMkLst>
            <pc:docMk/>
            <pc:sldMk cId="3960024994" sldId="274"/>
            <ac:spMk id="150" creationId="{13DAF29F-9657-CB09-603D-370B45CE7090}"/>
          </ac:spMkLst>
        </pc:spChg>
        <pc:spChg chg="mod">
          <ac:chgData name="rong CAI" userId="f0793ddbe13bc247" providerId="LiveId" clId="{084F9CBF-5DB4-463A-8A3B-37F600E3FCE7}" dt="2026-06-16T20:29:52.313" v="3848"/>
          <ac:spMkLst>
            <pc:docMk/>
            <pc:sldMk cId="3960024994" sldId="274"/>
            <ac:spMk id="151" creationId="{73C4A9EC-9E41-7B03-B95A-36E9E374C4D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8F7FEA-9BCF-43D8-9AA6-1A5831F2127B}" type="doc">
      <dgm:prSet loTypeId="urn:microsoft.com/office/officeart/2008/layout/Pictu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0EF9AAB-5674-4D13-AC8C-D24A999A08D0}">
      <dgm:prSet phldrT="[Texte]" custT="1"/>
      <dgm:spPr/>
      <dgm:t>
        <a:bodyPr/>
        <a:lstStyle/>
        <a:p>
          <a:pPr>
            <a:buNone/>
          </a:pPr>
          <a:r>
            <a:rPr lang="fr-FR" sz="2400" dirty="0">
              <a:latin typeface="Montserrat"/>
              <a:ea typeface="Montserrat"/>
              <a:cs typeface="Montserrat"/>
              <a:sym typeface="Montserrat"/>
            </a:rPr>
            <a:t>KPI à suivre pour vérifier le bon déroulé du projet</a:t>
          </a:r>
          <a:endParaRPr lang="fr-FR" sz="2400" dirty="0"/>
        </a:p>
      </dgm:t>
    </dgm:pt>
    <dgm:pt modelId="{3C1EA218-DAE9-45A0-BED0-C8267EDD5793}" type="parTrans" cxnId="{5AE1FC5C-91C8-490B-BA34-CAF7A21C1D11}">
      <dgm:prSet/>
      <dgm:spPr/>
      <dgm:t>
        <a:bodyPr/>
        <a:lstStyle/>
        <a:p>
          <a:endParaRPr lang="fr-FR"/>
        </a:p>
      </dgm:t>
    </dgm:pt>
    <dgm:pt modelId="{4F89212C-7AA8-44B2-AA1D-F2B13F2FA7F6}" type="sibTrans" cxnId="{5AE1FC5C-91C8-490B-BA34-CAF7A21C1D11}">
      <dgm:prSet/>
      <dgm:spPr/>
      <dgm:t>
        <a:bodyPr/>
        <a:lstStyle/>
        <a:p>
          <a:endParaRPr lang="fr-FR"/>
        </a:p>
      </dgm:t>
    </dgm:pt>
    <dgm:pt modelId="{837B4B1A-7DCD-467C-A3D1-E45DFE512A6F}">
      <dgm:prSet custT="1"/>
      <dgm:spPr/>
      <dgm:t>
        <a:bodyPr/>
        <a:lstStyle/>
        <a:p>
          <a:r>
            <a:rPr lang="fr-FR" sz="2000" dirty="0">
              <a:latin typeface="Montserrat"/>
              <a:ea typeface="Montserrat"/>
              <a:cs typeface="Montserrat"/>
              <a:sym typeface="Montserrat"/>
            </a:rPr>
            <a:t>Coûts (coûts prédits lié à l’abonnement des outils)</a:t>
          </a:r>
        </a:p>
      </dgm:t>
    </dgm:pt>
    <dgm:pt modelId="{D65687EA-B13A-44D6-8517-8582F0FFD59A}" type="parTrans" cxnId="{3973563B-467A-4898-A165-A1202EAC2C18}">
      <dgm:prSet/>
      <dgm:spPr/>
      <dgm:t>
        <a:bodyPr/>
        <a:lstStyle/>
        <a:p>
          <a:endParaRPr lang="fr-FR"/>
        </a:p>
      </dgm:t>
    </dgm:pt>
    <dgm:pt modelId="{69C69D89-B904-46BD-B16A-433B06DC2595}" type="sibTrans" cxnId="{3973563B-467A-4898-A165-A1202EAC2C18}">
      <dgm:prSet/>
      <dgm:spPr/>
      <dgm:t>
        <a:bodyPr/>
        <a:lstStyle/>
        <a:p>
          <a:endParaRPr lang="fr-FR"/>
        </a:p>
      </dgm:t>
    </dgm:pt>
    <dgm:pt modelId="{2FEE4AF7-6E2E-41E7-9D64-1A96506C7599}">
      <dgm:prSet custT="1"/>
      <dgm:spPr/>
      <dgm:t>
        <a:bodyPr/>
        <a:lstStyle/>
        <a:p>
          <a:r>
            <a:rPr lang="fr-FR" sz="2000" dirty="0">
              <a:latin typeface="Montserrat"/>
              <a:ea typeface="Montserrat"/>
              <a:cs typeface="Montserrat"/>
              <a:sym typeface="Montserrat"/>
            </a:rPr>
            <a:t>Délais (durée prédite pour chaque étape du projet)</a:t>
          </a:r>
        </a:p>
      </dgm:t>
    </dgm:pt>
    <dgm:pt modelId="{32F5A789-6BA0-4706-A8F3-D616CC7104EB}" type="parTrans" cxnId="{0DD1E297-9FFF-4190-BF3D-B4EEE334A423}">
      <dgm:prSet/>
      <dgm:spPr/>
      <dgm:t>
        <a:bodyPr/>
        <a:lstStyle/>
        <a:p>
          <a:endParaRPr lang="fr-FR"/>
        </a:p>
      </dgm:t>
    </dgm:pt>
    <dgm:pt modelId="{2C1598B0-6966-4315-938E-A6457A4B8383}" type="sibTrans" cxnId="{0DD1E297-9FFF-4190-BF3D-B4EEE334A423}">
      <dgm:prSet/>
      <dgm:spPr/>
      <dgm:t>
        <a:bodyPr/>
        <a:lstStyle/>
        <a:p>
          <a:endParaRPr lang="fr-FR"/>
        </a:p>
      </dgm:t>
    </dgm:pt>
    <dgm:pt modelId="{FF97183F-457A-4D65-BEB5-795EBA8935B3}">
      <dgm:prSet custT="1"/>
      <dgm:spPr/>
      <dgm:t>
        <a:bodyPr/>
        <a:lstStyle/>
        <a:p>
          <a:r>
            <a:rPr lang="fr-FR" sz="2000" dirty="0">
              <a:latin typeface="Montserrat"/>
              <a:ea typeface="Montserrat"/>
              <a:cs typeface="Montserrat"/>
              <a:sym typeface="Montserrat"/>
            </a:rPr>
            <a:t>Qualité (nombre de livrables rendus)</a:t>
          </a:r>
        </a:p>
      </dgm:t>
    </dgm:pt>
    <dgm:pt modelId="{933ACEDA-093D-4451-BF96-404F042E9241}" type="parTrans" cxnId="{2E215E2B-1DC9-47A0-8D89-60F0404FA3AF}">
      <dgm:prSet/>
      <dgm:spPr/>
      <dgm:t>
        <a:bodyPr/>
        <a:lstStyle/>
        <a:p>
          <a:endParaRPr lang="fr-FR"/>
        </a:p>
      </dgm:t>
    </dgm:pt>
    <dgm:pt modelId="{32AFC988-AA81-498E-B2B6-057FD7589727}" type="sibTrans" cxnId="{2E215E2B-1DC9-47A0-8D89-60F0404FA3AF}">
      <dgm:prSet/>
      <dgm:spPr/>
      <dgm:t>
        <a:bodyPr/>
        <a:lstStyle/>
        <a:p>
          <a:endParaRPr lang="fr-FR"/>
        </a:p>
      </dgm:t>
    </dgm:pt>
    <dgm:pt modelId="{488C9F2B-B368-40C5-A3DD-FDFADB4A0BFA}" type="pres">
      <dgm:prSet presAssocID="{918F7FEA-9BCF-43D8-9AA6-1A5831F2127B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09609E5C-11E8-4C28-866D-D67E726C3FDC}" type="pres">
      <dgm:prSet presAssocID="{20EF9AAB-5674-4D13-AC8C-D24A999A08D0}" presName="root" presStyleCnt="0">
        <dgm:presLayoutVars>
          <dgm:chMax/>
          <dgm:chPref val="4"/>
        </dgm:presLayoutVars>
      </dgm:prSet>
      <dgm:spPr/>
    </dgm:pt>
    <dgm:pt modelId="{ABE99F71-76A7-40F1-AB52-B3F3F2FDD116}" type="pres">
      <dgm:prSet presAssocID="{20EF9AAB-5674-4D13-AC8C-D24A999A08D0}" presName="rootComposite" presStyleCnt="0">
        <dgm:presLayoutVars/>
      </dgm:prSet>
      <dgm:spPr/>
    </dgm:pt>
    <dgm:pt modelId="{CDEC97B2-7312-4642-AF8F-63B941F07961}" type="pres">
      <dgm:prSet presAssocID="{20EF9AAB-5674-4D13-AC8C-D24A999A08D0}" presName="rootText" presStyleLbl="node0" presStyleIdx="0" presStyleCnt="1">
        <dgm:presLayoutVars>
          <dgm:chMax/>
          <dgm:chPref val="4"/>
        </dgm:presLayoutVars>
      </dgm:prSet>
      <dgm:spPr/>
    </dgm:pt>
    <dgm:pt modelId="{EDD553E3-6A94-4786-986B-EFE7383EE2BD}" type="pres">
      <dgm:prSet presAssocID="{20EF9AAB-5674-4D13-AC8C-D24A999A08D0}" presName="childShape" presStyleCnt="0">
        <dgm:presLayoutVars>
          <dgm:chMax val="0"/>
          <dgm:chPref val="0"/>
        </dgm:presLayoutVars>
      </dgm:prSet>
      <dgm:spPr/>
    </dgm:pt>
    <dgm:pt modelId="{F69AB53F-8F64-4E72-88DE-243EF97A2EFB}" type="pres">
      <dgm:prSet presAssocID="{837B4B1A-7DCD-467C-A3D1-E45DFE512A6F}" presName="childComposite" presStyleCnt="0">
        <dgm:presLayoutVars>
          <dgm:chMax val="0"/>
          <dgm:chPref val="0"/>
        </dgm:presLayoutVars>
      </dgm:prSet>
      <dgm:spPr/>
    </dgm:pt>
    <dgm:pt modelId="{AFF7A121-6A61-43EC-8AC6-A14E25458C7B}" type="pres">
      <dgm:prSet presAssocID="{837B4B1A-7DCD-467C-A3D1-E45DFE512A6F}" presName="Image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èces avec un remplissage uni"/>
        </a:ext>
      </dgm:extLst>
    </dgm:pt>
    <dgm:pt modelId="{3BB23847-C4A5-4EBB-AFD0-58C477F306AE}" type="pres">
      <dgm:prSet presAssocID="{837B4B1A-7DCD-467C-A3D1-E45DFE512A6F}" presName="childText" presStyleLbl="lnNode1" presStyleIdx="0" presStyleCnt="3">
        <dgm:presLayoutVars>
          <dgm:chMax val="0"/>
          <dgm:chPref val="0"/>
          <dgm:bulletEnabled val="1"/>
        </dgm:presLayoutVars>
      </dgm:prSet>
      <dgm:spPr/>
    </dgm:pt>
    <dgm:pt modelId="{15378ADF-AEFF-4604-9EF7-579EE4B75DA0}" type="pres">
      <dgm:prSet presAssocID="{2FEE4AF7-6E2E-41E7-9D64-1A96506C7599}" presName="childComposite" presStyleCnt="0">
        <dgm:presLayoutVars>
          <dgm:chMax val="0"/>
          <dgm:chPref val="0"/>
        </dgm:presLayoutVars>
      </dgm:prSet>
      <dgm:spPr/>
    </dgm:pt>
    <dgm:pt modelId="{FADAAA1C-ED4A-4994-A6A9-43600FEED457}" type="pres">
      <dgm:prSet presAssocID="{2FEE4AF7-6E2E-41E7-9D64-1A96506C7599}" presName="Image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ronomètre 75% avec un remplissage uni"/>
        </a:ext>
      </dgm:extLst>
    </dgm:pt>
    <dgm:pt modelId="{6F7A13DA-528F-4086-A22C-ACA84684F0A9}" type="pres">
      <dgm:prSet presAssocID="{2FEE4AF7-6E2E-41E7-9D64-1A96506C7599}" presName="childText" presStyleLbl="lnNode1" presStyleIdx="1" presStyleCnt="3">
        <dgm:presLayoutVars>
          <dgm:chMax val="0"/>
          <dgm:chPref val="0"/>
          <dgm:bulletEnabled val="1"/>
        </dgm:presLayoutVars>
      </dgm:prSet>
      <dgm:spPr/>
    </dgm:pt>
    <dgm:pt modelId="{9B7E475B-BAF3-44A4-8BCE-BB8FA602D689}" type="pres">
      <dgm:prSet presAssocID="{FF97183F-457A-4D65-BEB5-795EBA8935B3}" presName="childComposite" presStyleCnt="0">
        <dgm:presLayoutVars>
          <dgm:chMax val="0"/>
          <dgm:chPref val="0"/>
        </dgm:presLayoutVars>
      </dgm:prSet>
      <dgm:spPr/>
    </dgm:pt>
    <dgm:pt modelId="{B9796F2C-99D7-4A90-9EB0-DD8E08ABF77B}" type="pres">
      <dgm:prSet presAssocID="{FF97183F-457A-4D65-BEB5-795EBA8935B3}" presName="Image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Évaluation 3 étoiles avec un remplissage uni"/>
        </a:ext>
      </dgm:extLst>
    </dgm:pt>
    <dgm:pt modelId="{B33F6F7D-C697-42A6-91C3-CD4C7126705A}" type="pres">
      <dgm:prSet presAssocID="{FF97183F-457A-4D65-BEB5-795EBA8935B3}" presName="childText" presStyleLbl="ln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A319B0D-E6EA-4825-A641-6472E6DD7C09}" type="presOf" srcId="{918F7FEA-9BCF-43D8-9AA6-1A5831F2127B}" destId="{488C9F2B-B368-40C5-A3DD-FDFADB4A0BFA}" srcOrd="0" destOrd="0" presId="urn:microsoft.com/office/officeart/2008/layout/PictureAccentList"/>
    <dgm:cxn modelId="{2E215E2B-1DC9-47A0-8D89-60F0404FA3AF}" srcId="{20EF9AAB-5674-4D13-AC8C-D24A999A08D0}" destId="{FF97183F-457A-4D65-BEB5-795EBA8935B3}" srcOrd="2" destOrd="0" parTransId="{933ACEDA-093D-4451-BF96-404F042E9241}" sibTransId="{32AFC988-AA81-498E-B2B6-057FD7589727}"/>
    <dgm:cxn modelId="{D2F55733-C9F5-42A6-BD2B-8C8D226CB5A2}" type="presOf" srcId="{FF97183F-457A-4D65-BEB5-795EBA8935B3}" destId="{B33F6F7D-C697-42A6-91C3-CD4C7126705A}" srcOrd="0" destOrd="0" presId="urn:microsoft.com/office/officeart/2008/layout/PictureAccentList"/>
    <dgm:cxn modelId="{3973563B-467A-4898-A165-A1202EAC2C18}" srcId="{20EF9AAB-5674-4D13-AC8C-D24A999A08D0}" destId="{837B4B1A-7DCD-467C-A3D1-E45DFE512A6F}" srcOrd="0" destOrd="0" parTransId="{D65687EA-B13A-44D6-8517-8582F0FFD59A}" sibTransId="{69C69D89-B904-46BD-B16A-433B06DC2595}"/>
    <dgm:cxn modelId="{5AE1FC5C-91C8-490B-BA34-CAF7A21C1D11}" srcId="{918F7FEA-9BCF-43D8-9AA6-1A5831F2127B}" destId="{20EF9AAB-5674-4D13-AC8C-D24A999A08D0}" srcOrd="0" destOrd="0" parTransId="{3C1EA218-DAE9-45A0-BED0-C8267EDD5793}" sibTransId="{4F89212C-7AA8-44B2-AA1D-F2B13F2FA7F6}"/>
    <dgm:cxn modelId="{C1259E44-0D3B-4BC7-9D7F-8DA64BF9A041}" type="presOf" srcId="{20EF9AAB-5674-4D13-AC8C-D24A999A08D0}" destId="{CDEC97B2-7312-4642-AF8F-63B941F07961}" srcOrd="0" destOrd="0" presId="urn:microsoft.com/office/officeart/2008/layout/PictureAccentList"/>
    <dgm:cxn modelId="{72E1776D-CEC0-42EB-B724-E31DADD9AC11}" type="presOf" srcId="{2FEE4AF7-6E2E-41E7-9D64-1A96506C7599}" destId="{6F7A13DA-528F-4086-A22C-ACA84684F0A9}" srcOrd="0" destOrd="0" presId="urn:microsoft.com/office/officeart/2008/layout/PictureAccentList"/>
    <dgm:cxn modelId="{22D01A93-1A62-4BCB-8AF7-6F2748FA5875}" type="presOf" srcId="{837B4B1A-7DCD-467C-A3D1-E45DFE512A6F}" destId="{3BB23847-C4A5-4EBB-AFD0-58C477F306AE}" srcOrd="0" destOrd="0" presId="urn:microsoft.com/office/officeart/2008/layout/PictureAccentList"/>
    <dgm:cxn modelId="{0DD1E297-9FFF-4190-BF3D-B4EEE334A423}" srcId="{20EF9AAB-5674-4D13-AC8C-D24A999A08D0}" destId="{2FEE4AF7-6E2E-41E7-9D64-1A96506C7599}" srcOrd="1" destOrd="0" parTransId="{32F5A789-6BA0-4706-A8F3-D616CC7104EB}" sibTransId="{2C1598B0-6966-4315-938E-A6457A4B8383}"/>
    <dgm:cxn modelId="{266B944F-2ED6-4E95-91F4-ACD5C8E3FC8D}" type="presParOf" srcId="{488C9F2B-B368-40C5-A3DD-FDFADB4A0BFA}" destId="{09609E5C-11E8-4C28-866D-D67E726C3FDC}" srcOrd="0" destOrd="0" presId="urn:microsoft.com/office/officeart/2008/layout/PictureAccentList"/>
    <dgm:cxn modelId="{F8593721-E6CB-4DAA-AE70-9771E7ED98CE}" type="presParOf" srcId="{09609E5C-11E8-4C28-866D-D67E726C3FDC}" destId="{ABE99F71-76A7-40F1-AB52-B3F3F2FDD116}" srcOrd="0" destOrd="0" presId="urn:microsoft.com/office/officeart/2008/layout/PictureAccentList"/>
    <dgm:cxn modelId="{101DE2A5-C204-4BEA-B1B9-D385283EA3B0}" type="presParOf" srcId="{ABE99F71-76A7-40F1-AB52-B3F3F2FDD116}" destId="{CDEC97B2-7312-4642-AF8F-63B941F07961}" srcOrd="0" destOrd="0" presId="urn:microsoft.com/office/officeart/2008/layout/PictureAccentList"/>
    <dgm:cxn modelId="{68770521-961A-4BE9-903F-EC8802199462}" type="presParOf" srcId="{09609E5C-11E8-4C28-866D-D67E726C3FDC}" destId="{EDD553E3-6A94-4786-986B-EFE7383EE2BD}" srcOrd="1" destOrd="0" presId="urn:microsoft.com/office/officeart/2008/layout/PictureAccentList"/>
    <dgm:cxn modelId="{59A89161-5D52-4AC0-B3F5-B5F86C828A3F}" type="presParOf" srcId="{EDD553E3-6A94-4786-986B-EFE7383EE2BD}" destId="{F69AB53F-8F64-4E72-88DE-243EF97A2EFB}" srcOrd="0" destOrd="0" presId="urn:microsoft.com/office/officeart/2008/layout/PictureAccentList"/>
    <dgm:cxn modelId="{62080AB6-5814-4377-B068-39BE6A6EFD9A}" type="presParOf" srcId="{F69AB53F-8F64-4E72-88DE-243EF97A2EFB}" destId="{AFF7A121-6A61-43EC-8AC6-A14E25458C7B}" srcOrd="0" destOrd="0" presId="urn:microsoft.com/office/officeart/2008/layout/PictureAccentList"/>
    <dgm:cxn modelId="{70043ACA-72F6-4AB8-A44F-7ABFE79E0817}" type="presParOf" srcId="{F69AB53F-8F64-4E72-88DE-243EF97A2EFB}" destId="{3BB23847-C4A5-4EBB-AFD0-58C477F306AE}" srcOrd="1" destOrd="0" presId="urn:microsoft.com/office/officeart/2008/layout/PictureAccentList"/>
    <dgm:cxn modelId="{F7A258DE-F83F-4011-98EC-BFFDB710BB85}" type="presParOf" srcId="{EDD553E3-6A94-4786-986B-EFE7383EE2BD}" destId="{15378ADF-AEFF-4604-9EF7-579EE4B75DA0}" srcOrd="1" destOrd="0" presId="urn:microsoft.com/office/officeart/2008/layout/PictureAccentList"/>
    <dgm:cxn modelId="{368BE2C7-71ED-4546-968F-C4B172EED793}" type="presParOf" srcId="{15378ADF-AEFF-4604-9EF7-579EE4B75DA0}" destId="{FADAAA1C-ED4A-4994-A6A9-43600FEED457}" srcOrd="0" destOrd="0" presId="urn:microsoft.com/office/officeart/2008/layout/PictureAccentList"/>
    <dgm:cxn modelId="{DC3566C6-370D-4CE9-8669-6F5AB7041B63}" type="presParOf" srcId="{15378ADF-AEFF-4604-9EF7-579EE4B75DA0}" destId="{6F7A13DA-528F-4086-A22C-ACA84684F0A9}" srcOrd="1" destOrd="0" presId="urn:microsoft.com/office/officeart/2008/layout/PictureAccentList"/>
    <dgm:cxn modelId="{0BDA995C-3283-4FF1-A68D-DD12FD092A67}" type="presParOf" srcId="{EDD553E3-6A94-4786-986B-EFE7383EE2BD}" destId="{9B7E475B-BAF3-44A4-8BCE-BB8FA602D689}" srcOrd="2" destOrd="0" presId="urn:microsoft.com/office/officeart/2008/layout/PictureAccentList"/>
    <dgm:cxn modelId="{9EC6E055-6445-4B2F-9243-393330894138}" type="presParOf" srcId="{9B7E475B-BAF3-44A4-8BCE-BB8FA602D689}" destId="{B9796F2C-99D7-4A90-9EB0-DD8E08ABF77B}" srcOrd="0" destOrd="0" presId="urn:microsoft.com/office/officeart/2008/layout/PictureAccentList"/>
    <dgm:cxn modelId="{7E24B6E7-2204-4FE9-B95A-299EBC27958A}" type="presParOf" srcId="{9B7E475B-BAF3-44A4-8BCE-BB8FA602D689}" destId="{B33F6F7D-C697-42A6-91C3-CD4C7126705A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A3C614-4F41-483C-BCAA-0CF8634D1792}" type="doc">
      <dgm:prSet loTypeId="urn:microsoft.com/office/officeart/2024/layout/BulletTimelineInverted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87477B7-ADDD-48BE-AA5A-95088EBB47C2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Réaliser une carte mentale</a:t>
          </a:r>
        </a:p>
      </dgm:t>
    </dgm:pt>
    <dgm:pt modelId="{BC6E827F-39A8-478B-A44A-A3F697F31F9B}" type="parTrans" cxnId="{3150BDD8-C3C9-4977-BFE1-CADAB51CCC6B}">
      <dgm:prSet/>
      <dgm:spPr/>
      <dgm:t>
        <a:bodyPr/>
        <a:lstStyle/>
        <a:p>
          <a:endParaRPr lang="fr-FR"/>
        </a:p>
      </dgm:t>
    </dgm:pt>
    <dgm:pt modelId="{9664A5F1-64F9-4C7F-8362-E0D2B2475D2E}" type="sibTrans" cxnId="{3150BDD8-C3C9-4977-BFE1-CADAB51CCC6B}">
      <dgm:prSet/>
      <dgm:spPr/>
      <dgm:t>
        <a:bodyPr/>
        <a:lstStyle/>
        <a:p>
          <a:endParaRPr lang="fr-FR"/>
        </a:p>
      </dgm:t>
    </dgm:pt>
    <dgm:pt modelId="{BED880C0-0575-47CF-9F7C-9C82F6C056A1}">
      <dgm:prSet phldrT="[Texte]" phldr="0"/>
      <dgm:spPr/>
      <dgm:t>
        <a:bodyPr/>
        <a:lstStyle/>
        <a:p>
          <a:r>
            <a:rPr lang="fr-FR" dirty="0"/>
            <a:t>30/04/2026</a:t>
          </a:r>
        </a:p>
      </dgm:t>
    </dgm:pt>
    <dgm:pt modelId="{23329727-79D8-447B-ACBB-751C7AB6EC19}" type="parTrans" cxnId="{CA8CA441-A868-4329-850F-EE521DE4D773}">
      <dgm:prSet/>
      <dgm:spPr/>
      <dgm:t>
        <a:bodyPr/>
        <a:lstStyle/>
        <a:p>
          <a:endParaRPr lang="fr-FR"/>
        </a:p>
      </dgm:t>
    </dgm:pt>
    <dgm:pt modelId="{14540746-020E-4DE6-8697-64A8C9A81900}" type="sibTrans" cxnId="{CA8CA441-A868-4329-850F-EE521DE4D773}">
      <dgm:prSet/>
      <dgm:spPr/>
      <dgm:t>
        <a:bodyPr/>
        <a:lstStyle/>
        <a:p>
          <a:endParaRPr lang="fr-FR"/>
        </a:p>
      </dgm:t>
    </dgm:pt>
    <dgm:pt modelId="{B46D60BA-CCB2-4DA4-BB68-9886B52F90B1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Analyser les besoins métier</a:t>
          </a:r>
        </a:p>
      </dgm:t>
    </dgm:pt>
    <dgm:pt modelId="{CB6796E3-C68F-4A12-B3BA-6B12E3236662}" type="parTrans" cxnId="{A03E64AA-5A73-4DD7-AE24-8EB4A132AC17}">
      <dgm:prSet/>
      <dgm:spPr/>
      <dgm:t>
        <a:bodyPr/>
        <a:lstStyle/>
        <a:p>
          <a:endParaRPr lang="fr-FR"/>
        </a:p>
      </dgm:t>
    </dgm:pt>
    <dgm:pt modelId="{862A0AEA-D040-4200-AF62-0D3E4A94C5CC}" type="sibTrans" cxnId="{A03E64AA-5A73-4DD7-AE24-8EB4A132AC17}">
      <dgm:prSet/>
      <dgm:spPr/>
      <dgm:t>
        <a:bodyPr/>
        <a:lstStyle/>
        <a:p>
          <a:endParaRPr lang="fr-FR"/>
        </a:p>
      </dgm:t>
    </dgm:pt>
    <dgm:pt modelId="{08538864-B5FF-4AFC-B931-B8B7AD4DA77F}">
      <dgm:prSet phldrT="[Texte]" phldr="0"/>
      <dgm:spPr/>
      <dgm:t>
        <a:bodyPr/>
        <a:lstStyle/>
        <a:p>
          <a:r>
            <a:rPr lang="fr-FR" dirty="0"/>
            <a:t>07/05/2026</a:t>
          </a:r>
        </a:p>
      </dgm:t>
    </dgm:pt>
    <dgm:pt modelId="{93520A5D-887B-4CB7-A541-1F5AE8F6B989}" type="parTrans" cxnId="{621D243B-D9A8-4DDC-9FA6-F7DA8F5BC4E2}">
      <dgm:prSet/>
      <dgm:spPr/>
      <dgm:t>
        <a:bodyPr/>
        <a:lstStyle/>
        <a:p>
          <a:endParaRPr lang="fr-FR"/>
        </a:p>
      </dgm:t>
    </dgm:pt>
    <dgm:pt modelId="{3FD846F6-88AB-4686-9098-8F671BA9BB59}" type="sibTrans" cxnId="{621D243B-D9A8-4DDC-9FA6-F7DA8F5BC4E2}">
      <dgm:prSet/>
      <dgm:spPr/>
      <dgm:t>
        <a:bodyPr/>
        <a:lstStyle/>
        <a:p>
          <a:endParaRPr lang="fr-FR"/>
        </a:p>
      </dgm:t>
    </dgm:pt>
    <dgm:pt modelId="{39AA377E-2AC3-41AB-8ACA-8F30DE800F3A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Cahier des charges</a:t>
          </a:r>
        </a:p>
      </dgm:t>
    </dgm:pt>
    <dgm:pt modelId="{B5719912-98E9-4227-A1CB-05B2446C9210}" type="parTrans" cxnId="{EE277D7B-6F3F-42E4-B5B9-C74226969769}">
      <dgm:prSet/>
      <dgm:spPr/>
      <dgm:t>
        <a:bodyPr/>
        <a:lstStyle/>
        <a:p>
          <a:endParaRPr lang="fr-FR"/>
        </a:p>
      </dgm:t>
    </dgm:pt>
    <dgm:pt modelId="{F668ED83-62D8-44DB-87AC-23CFDF5BBBAB}" type="sibTrans" cxnId="{EE277D7B-6F3F-42E4-B5B9-C74226969769}">
      <dgm:prSet/>
      <dgm:spPr/>
      <dgm:t>
        <a:bodyPr/>
        <a:lstStyle/>
        <a:p>
          <a:endParaRPr lang="fr-FR"/>
        </a:p>
      </dgm:t>
    </dgm:pt>
    <dgm:pt modelId="{CC6D76A3-D412-44E6-AD13-AF0682A97F47}">
      <dgm:prSet phldrT="[Texte]" phldr="0"/>
      <dgm:spPr/>
      <dgm:t>
        <a:bodyPr/>
        <a:lstStyle/>
        <a:p>
          <a:r>
            <a:rPr lang="fr-FR" dirty="0"/>
            <a:t>15/05/2026</a:t>
          </a:r>
        </a:p>
      </dgm:t>
    </dgm:pt>
    <dgm:pt modelId="{1B8DB6E2-DFAE-4F8E-B0FE-6102786B3749}" type="parTrans" cxnId="{0A701A3E-FEE2-4476-AAB1-BFDF262A58B9}">
      <dgm:prSet/>
      <dgm:spPr/>
      <dgm:t>
        <a:bodyPr/>
        <a:lstStyle/>
        <a:p>
          <a:endParaRPr lang="fr-FR"/>
        </a:p>
      </dgm:t>
    </dgm:pt>
    <dgm:pt modelId="{1A26A92E-72CB-4A3A-9F94-6397D704FD67}" type="sibTrans" cxnId="{0A701A3E-FEE2-4476-AAB1-BFDF262A58B9}">
      <dgm:prSet/>
      <dgm:spPr/>
      <dgm:t>
        <a:bodyPr/>
        <a:lstStyle/>
        <a:p>
          <a:endParaRPr lang="fr-FR"/>
        </a:p>
      </dgm:t>
    </dgm:pt>
    <dgm:pt modelId="{7B0238E1-BE9C-4680-B3AF-D11EE05EDBDC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Créer un tableau de bord</a:t>
          </a:r>
        </a:p>
      </dgm:t>
    </dgm:pt>
    <dgm:pt modelId="{531CF584-6AA8-475D-B5B8-8863FDB2772F}" type="parTrans" cxnId="{A7CDF5F0-A24F-42F5-8C1C-0F383F0C0C5B}">
      <dgm:prSet/>
      <dgm:spPr/>
      <dgm:t>
        <a:bodyPr/>
        <a:lstStyle/>
        <a:p>
          <a:endParaRPr lang="fr-FR"/>
        </a:p>
      </dgm:t>
    </dgm:pt>
    <dgm:pt modelId="{5D2C6D6C-ADE0-4996-9065-A4CFC51CD367}" type="sibTrans" cxnId="{A7CDF5F0-A24F-42F5-8C1C-0F383F0C0C5B}">
      <dgm:prSet/>
      <dgm:spPr/>
      <dgm:t>
        <a:bodyPr/>
        <a:lstStyle/>
        <a:p>
          <a:endParaRPr lang="fr-FR"/>
        </a:p>
      </dgm:t>
    </dgm:pt>
    <dgm:pt modelId="{DA4DCA01-4ADA-4EC9-9D12-BFCC950A6592}">
      <dgm:prSet phldrT="[Texte]" phldr="0"/>
      <dgm:spPr/>
      <dgm:t>
        <a:bodyPr/>
        <a:lstStyle/>
        <a:p>
          <a:r>
            <a:rPr lang="fr-FR" dirty="0"/>
            <a:t>25/05/2026</a:t>
          </a:r>
        </a:p>
      </dgm:t>
    </dgm:pt>
    <dgm:pt modelId="{7B065101-EAEC-4EB2-AC5C-85DAFA24E462}" type="parTrans" cxnId="{BB54E9CF-A684-4699-8AC7-AAB4A18CE199}">
      <dgm:prSet/>
      <dgm:spPr/>
      <dgm:t>
        <a:bodyPr/>
        <a:lstStyle/>
        <a:p>
          <a:endParaRPr lang="fr-FR"/>
        </a:p>
      </dgm:t>
    </dgm:pt>
    <dgm:pt modelId="{AAE7E803-EA15-43C6-AA73-318F513CD046}" type="sibTrans" cxnId="{BB54E9CF-A684-4699-8AC7-AAB4A18CE199}">
      <dgm:prSet/>
      <dgm:spPr/>
      <dgm:t>
        <a:bodyPr/>
        <a:lstStyle/>
        <a:p>
          <a:endParaRPr lang="fr-FR"/>
        </a:p>
      </dgm:t>
    </dgm:pt>
    <dgm:pt modelId="{86492986-DAEF-4422-9A94-5FC30EC42645}">
      <dgm:prSet phldrT="[Texte]"/>
      <dgm:spPr/>
      <dgm:t>
        <a:bodyPr/>
        <a:lstStyle/>
        <a:p>
          <a:pPr>
            <a:defRPr b="1"/>
          </a:pPr>
          <a:r>
            <a:rPr lang="fr-FR" dirty="0"/>
            <a:t>Enregistrer un vidéo de formation</a:t>
          </a:r>
        </a:p>
      </dgm:t>
    </dgm:pt>
    <dgm:pt modelId="{4AF93360-D2FD-4602-9DF3-E0B4CD4645A0}" type="parTrans" cxnId="{7C3903B0-423A-4BA6-91BD-7D9245050AF7}">
      <dgm:prSet/>
      <dgm:spPr/>
      <dgm:t>
        <a:bodyPr/>
        <a:lstStyle/>
        <a:p>
          <a:endParaRPr lang="fr-FR"/>
        </a:p>
      </dgm:t>
    </dgm:pt>
    <dgm:pt modelId="{F81851C8-0094-416E-B1EE-CB29985BDF16}" type="sibTrans" cxnId="{7C3903B0-423A-4BA6-91BD-7D9245050AF7}">
      <dgm:prSet/>
      <dgm:spPr/>
      <dgm:t>
        <a:bodyPr/>
        <a:lstStyle/>
        <a:p>
          <a:endParaRPr lang="fr-FR"/>
        </a:p>
      </dgm:t>
    </dgm:pt>
    <dgm:pt modelId="{533F7E5B-76BC-4436-AB70-442083CE1E8D}">
      <dgm:prSet phldrT="[Texte]" phldr="0"/>
      <dgm:spPr/>
      <dgm:t>
        <a:bodyPr/>
        <a:lstStyle/>
        <a:p>
          <a:r>
            <a:rPr lang="fr-FR" dirty="0"/>
            <a:t>03/06/2026</a:t>
          </a:r>
        </a:p>
      </dgm:t>
    </dgm:pt>
    <dgm:pt modelId="{32AB0E09-B780-44E0-907B-7BB7B402B743}" type="parTrans" cxnId="{10766B03-699A-4DA3-AF88-D60D669B1BB3}">
      <dgm:prSet/>
      <dgm:spPr/>
      <dgm:t>
        <a:bodyPr/>
        <a:lstStyle/>
        <a:p>
          <a:endParaRPr lang="fr-FR"/>
        </a:p>
      </dgm:t>
    </dgm:pt>
    <dgm:pt modelId="{5939A019-6CC3-459C-858B-45835AD81068}" type="sibTrans" cxnId="{10766B03-699A-4DA3-AF88-D60D669B1BB3}">
      <dgm:prSet/>
      <dgm:spPr/>
      <dgm:t>
        <a:bodyPr/>
        <a:lstStyle/>
        <a:p>
          <a:endParaRPr lang="fr-FR"/>
        </a:p>
      </dgm:t>
    </dgm:pt>
    <dgm:pt modelId="{255C6E66-E4E8-4FC7-A5E8-C4E1E08A756F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Réaliser une veille métier</a:t>
          </a:r>
        </a:p>
      </dgm:t>
    </dgm:pt>
    <dgm:pt modelId="{F581D996-7658-4492-93F0-D36716EB6C9E}" type="parTrans" cxnId="{CABF4CDF-0CD4-4D29-B094-F9146DE246C4}">
      <dgm:prSet/>
      <dgm:spPr/>
      <dgm:t>
        <a:bodyPr/>
        <a:lstStyle/>
        <a:p>
          <a:endParaRPr lang="fr-FR"/>
        </a:p>
      </dgm:t>
    </dgm:pt>
    <dgm:pt modelId="{B742E18B-58BA-49A2-ADA9-1E56AF22C4FC}" type="sibTrans" cxnId="{CABF4CDF-0CD4-4D29-B094-F9146DE246C4}">
      <dgm:prSet/>
      <dgm:spPr/>
      <dgm:t>
        <a:bodyPr/>
        <a:lstStyle/>
        <a:p>
          <a:endParaRPr lang="fr-FR"/>
        </a:p>
      </dgm:t>
    </dgm:pt>
    <dgm:pt modelId="{FD3DECDC-256C-43E1-9405-06750EAE33D5}">
      <dgm:prSet phldrT="[Texte]" phldr="0"/>
      <dgm:spPr/>
      <dgm:t>
        <a:bodyPr/>
        <a:lstStyle/>
        <a:p>
          <a:r>
            <a:rPr lang="fr-FR" dirty="0"/>
            <a:t>11/06/2026</a:t>
          </a:r>
        </a:p>
      </dgm:t>
    </dgm:pt>
    <dgm:pt modelId="{62E15D05-33E5-4DC4-831A-8E65C59F11AB}" type="parTrans" cxnId="{555D6B05-7A67-4873-B22F-2BA78AA4BA64}">
      <dgm:prSet/>
      <dgm:spPr/>
      <dgm:t>
        <a:bodyPr/>
        <a:lstStyle/>
        <a:p>
          <a:endParaRPr lang="fr-FR"/>
        </a:p>
      </dgm:t>
    </dgm:pt>
    <dgm:pt modelId="{0BA6197A-0378-4895-9ACE-7E3F8F3B01C7}" type="sibTrans" cxnId="{555D6B05-7A67-4873-B22F-2BA78AA4BA64}">
      <dgm:prSet/>
      <dgm:spPr/>
      <dgm:t>
        <a:bodyPr/>
        <a:lstStyle/>
        <a:p>
          <a:endParaRPr lang="fr-FR"/>
        </a:p>
      </dgm:t>
    </dgm:pt>
    <dgm:pt modelId="{95E6DF71-5605-453E-96ED-CD34AFC1BB89}">
      <dgm:prSet phldrT="[Texte]"/>
      <dgm:spPr/>
      <dgm:t>
        <a:bodyPr/>
        <a:lstStyle/>
        <a:p>
          <a:pPr>
            <a:defRPr b="1"/>
          </a:pPr>
          <a:r>
            <a:rPr lang="fr-FR" dirty="0"/>
            <a:t>Formaliser un processus de documentation</a:t>
          </a:r>
        </a:p>
      </dgm:t>
    </dgm:pt>
    <dgm:pt modelId="{51799799-40E3-47B7-B97D-A0F778929AE1}" type="parTrans" cxnId="{CA88DA69-24D5-48FF-86F3-31CBD7CD1C5F}">
      <dgm:prSet/>
      <dgm:spPr/>
      <dgm:t>
        <a:bodyPr/>
        <a:lstStyle/>
        <a:p>
          <a:endParaRPr lang="fr-FR"/>
        </a:p>
      </dgm:t>
    </dgm:pt>
    <dgm:pt modelId="{CDA375A0-CC02-4EE9-8F7D-C52143373A3D}" type="sibTrans" cxnId="{CA88DA69-24D5-48FF-86F3-31CBD7CD1C5F}">
      <dgm:prSet/>
      <dgm:spPr/>
      <dgm:t>
        <a:bodyPr/>
        <a:lstStyle/>
        <a:p>
          <a:endParaRPr lang="fr-FR"/>
        </a:p>
      </dgm:t>
    </dgm:pt>
    <dgm:pt modelId="{AF89D67A-CCE8-4AD4-957B-EE6E15D88E99}">
      <dgm:prSet phldrT="[Texte]" phldr="0"/>
      <dgm:spPr/>
      <dgm:t>
        <a:bodyPr/>
        <a:lstStyle/>
        <a:p>
          <a:r>
            <a:rPr lang="fr-FR" dirty="0"/>
            <a:t>08/06/2026</a:t>
          </a:r>
        </a:p>
      </dgm:t>
    </dgm:pt>
    <dgm:pt modelId="{846697B6-542A-48DE-8E7A-43BFEF7535D8}" type="parTrans" cxnId="{A49E732D-A055-4855-A5D9-AE1B682C345B}">
      <dgm:prSet/>
      <dgm:spPr/>
      <dgm:t>
        <a:bodyPr/>
        <a:lstStyle/>
        <a:p>
          <a:endParaRPr lang="fr-FR"/>
        </a:p>
      </dgm:t>
    </dgm:pt>
    <dgm:pt modelId="{D6D4E0AA-BA29-4D0E-A457-A1612B06FD4F}" type="sibTrans" cxnId="{A49E732D-A055-4855-A5D9-AE1B682C345B}">
      <dgm:prSet/>
      <dgm:spPr/>
      <dgm:t>
        <a:bodyPr/>
        <a:lstStyle/>
        <a:p>
          <a:endParaRPr lang="fr-FR"/>
        </a:p>
      </dgm:t>
    </dgm:pt>
    <dgm:pt modelId="{FAE1FFED-738B-4329-92B2-E37D347CDB42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Mise à jour sur page GitHub</a:t>
          </a:r>
        </a:p>
      </dgm:t>
    </dgm:pt>
    <dgm:pt modelId="{E1BCE57A-5322-4C94-B81D-66FA81BC43BC}" type="parTrans" cxnId="{AD647CE3-7F2A-408F-A38E-0543701FD205}">
      <dgm:prSet/>
      <dgm:spPr/>
      <dgm:t>
        <a:bodyPr/>
        <a:lstStyle/>
        <a:p>
          <a:endParaRPr lang="fr-FR"/>
        </a:p>
      </dgm:t>
    </dgm:pt>
    <dgm:pt modelId="{874BB5E6-17E4-401F-9589-D4046C97ABD2}" type="sibTrans" cxnId="{AD647CE3-7F2A-408F-A38E-0543701FD205}">
      <dgm:prSet/>
      <dgm:spPr/>
      <dgm:t>
        <a:bodyPr/>
        <a:lstStyle/>
        <a:p>
          <a:endParaRPr lang="fr-FR"/>
        </a:p>
      </dgm:t>
    </dgm:pt>
    <dgm:pt modelId="{3F10274A-BBF0-4AE6-9B2B-FF99062EBC9C}">
      <dgm:prSet phldrT="[Texte]" phldr="0"/>
      <dgm:spPr/>
      <dgm:t>
        <a:bodyPr/>
        <a:lstStyle/>
        <a:p>
          <a:r>
            <a:rPr lang="fr-FR" dirty="0"/>
            <a:t>15/06/2026</a:t>
          </a:r>
        </a:p>
      </dgm:t>
    </dgm:pt>
    <dgm:pt modelId="{9C00F116-0761-496B-BA0A-2C424B5ABF55}" type="parTrans" cxnId="{0590F23C-9FC4-4C69-A443-335F7D64D6E9}">
      <dgm:prSet/>
      <dgm:spPr/>
      <dgm:t>
        <a:bodyPr/>
        <a:lstStyle/>
        <a:p>
          <a:endParaRPr lang="fr-FR"/>
        </a:p>
      </dgm:t>
    </dgm:pt>
    <dgm:pt modelId="{8C3AA71B-98F5-4A6A-AEEA-5ACA7797358C}" type="sibTrans" cxnId="{0590F23C-9FC4-4C69-A443-335F7D64D6E9}">
      <dgm:prSet/>
      <dgm:spPr/>
      <dgm:t>
        <a:bodyPr/>
        <a:lstStyle/>
        <a:p>
          <a:endParaRPr lang="fr-FR"/>
        </a:p>
      </dgm:t>
    </dgm:pt>
    <dgm:pt modelId="{910AE6BE-CF37-4911-BA82-27E979B2EBC8}">
      <dgm:prSet phldrT="[Texte]" phldr="0"/>
      <dgm:spPr/>
      <dgm:t>
        <a:bodyPr/>
        <a:lstStyle/>
        <a:p>
          <a:pPr>
            <a:defRPr b="1"/>
          </a:pPr>
          <a:r>
            <a:rPr lang="fr-FR" dirty="0"/>
            <a:t>Présentation de portfolio</a:t>
          </a:r>
        </a:p>
      </dgm:t>
    </dgm:pt>
    <dgm:pt modelId="{95400A76-3A4D-4F81-8753-AF7CD6572168}" type="parTrans" cxnId="{BAAD6C95-9A64-4EC3-85AE-F801B333727D}">
      <dgm:prSet/>
      <dgm:spPr/>
      <dgm:t>
        <a:bodyPr/>
        <a:lstStyle/>
        <a:p>
          <a:endParaRPr lang="fr-FR"/>
        </a:p>
      </dgm:t>
    </dgm:pt>
    <dgm:pt modelId="{8E7CBA2C-60B9-4499-BFE5-40B09763AC57}" type="sibTrans" cxnId="{BAAD6C95-9A64-4EC3-85AE-F801B333727D}">
      <dgm:prSet/>
      <dgm:spPr/>
      <dgm:t>
        <a:bodyPr/>
        <a:lstStyle/>
        <a:p>
          <a:endParaRPr lang="fr-FR"/>
        </a:p>
      </dgm:t>
    </dgm:pt>
    <dgm:pt modelId="{86C241BA-3B82-44F2-AE30-44F6B99C8868}">
      <dgm:prSet phldrT="[Texte]" phldr="0"/>
      <dgm:spPr/>
      <dgm:t>
        <a:bodyPr/>
        <a:lstStyle/>
        <a:p>
          <a:r>
            <a:rPr lang="fr-FR" dirty="0"/>
            <a:t>26/06/2026</a:t>
          </a:r>
        </a:p>
      </dgm:t>
    </dgm:pt>
    <dgm:pt modelId="{77B59E5A-DE73-4554-853A-FA86767B32B8}" type="parTrans" cxnId="{532FCB48-6048-424B-8B07-A7095B0093EC}">
      <dgm:prSet/>
      <dgm:spPr/>
      <dgm:t>
        <a:bodyPr/>
        <a:lstStyle/>
        <a:p>
          <a:endParaRPr lang="fr-FR"/>
        </a:p>
      </dgm:t>
    </dgm:pt>
    <dgm:pt modelId="{53A1E06D-35D2-4240-8393-1A66A57F95DA}" type="sibTrans" cxnId="{532FCB48-6048-424B-8B07-A7095B0093EC}">
      <dgm:prSet/>
      <dgm:spPr/>
      <dgm:t>
        <a:bodyPr/>
        <a:lstStyle/>
        <a:p>
          <a:endParaRPr lang="fr-FR"/>
        </a:p>
      </dgm:t>
    </dgm:pt>
    <dgm:pt modelId="{688CB193-180D-4A16-9E79-34D31E413014}" type="pres">
      <dgm:prSet presAssocID="{57A3C614-4F41-483C-BCAA-0CF8634D1792}" presName="root" presStyleCnt="0">
        <dgm:presLayoutVars>
          <dgm:dir/>
          <dgm:animLvl val="lvl"/>
        </dgm:presLayoutVars>
      </dgm:prSet>
      <dgm:spPr/>
    </dgm:pt>
    <dgm:pt modelId="{DD9EC640-4A6E-49B0-946A-E163BC994846}" type="pres">
      <dgm:prSet presAssocID="{57A3C614-4F41-483C-BCAA-0CF8634D1792}" presName="divider" presStyleCnt="0"/>
      <dgm:spPr/>
    </dgm:pt>
    <dgm:pt modelId="{EE303C98-1FEB-4CDD-91D3-495FF62FA9C2}" type="pres">
      <dgm:prSet presAssocID="{57A3C614-4F41-483C-BCAA-0CF8634D1792}" presName="rectBar" presStyleLbl="dkBgShp" presStyleIdx="0" presStyleCnt="1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5EC4A5D-91EC-4B7E-90E1-F511DD4EA3FD}" type="pres">
      <dgm:prSet presAssocID="{57A3C614-4F41-483C-BCAA-0CF8634D1792}" presName="chevronArrow" presStyleLbl="dkBgShp" presStyleIdx="1" presStyleCnt="1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9427E42A-6039-4BB2-B690-07FCD3D89270}" type="pres">
      <dgm:prSet presAssocID="{57A3C614-4F41-483C-BCAA-0CF8634D1792}" presName="nodes" presStyleCnt="0">
        <dgm:presLayoutVars>
          <dgm:chMax/>
          <dgm:chPref/>
          <dgm:animLvl val="lvl"/>
        </dgm:presLayoutVars>
      </dgm:prSet>
      <dgm:spPr/>
    </dgm:pt>
    <dgm:pt modelId="{E0A90F55-ABCB-4110-90D9-2B4F41BDEAC5}" type="pres">
      <dgm:prSet presAssocID="{087477B7-ADDD-48BE-AA5A-95088EBB47C2}" presName="composite" presStyleCnt="0"/>
      <dgm:spPr/>
    </dgm:pt>
    <dgm:pt modelId="{93A230F5-1FAB-4378-963B-A68EBAB5BDB6}" type="pres">
      <dgm:prSet presAssocID="{087477B7-ADDD-48BE-AA5A-95088EBB47C2}" presName="DropPinPlaceHolder" presStyleCnt="0"/>
      <dgm:spPr/>
    </dgm:pt>
    <dgm:pt modelId="{F18E5A2D-AC76-42CC-96EB-802FAF2BAB43}" type="pres">
      <dgm:prSet presAssocID="{087477B7-ADDD-48BE-AA5A-95088EBB47C2}" presName="DropPin" presStyleLbl="alignNode1" presStyleIdx="0" presStyleCnt="9"/>
      <dgm:spPr/>
    </dgm:pt>
    <dgm:pt modelId="{F818CDB7-B85F-4766-A703-9C9325B5DC53}" type="pres">
      <dgm:prSet presAssocID="{087477B7-ADDD-48BE-AA5A-95088EBB47C2}" presName="Ellipse" presStyleLbl="fgAcc1" presStyleIdx="0" presStyleCnt="9"/>
      <dgm:spPr/>
    </dgm:pt>
    <dgm:pt modelId="{984C84D5-9F2D-4A91-880F-B8A5173040BD}" type="pres">
      <dgm:prSet presAssocID="{087477B7-ADDD-48BE-AA5A-95088EBB47C2}" presName="L2TextContainer" presStyleLbl="revTx" presStyleIdx="0" presStyleCnt="18">
        <dgm:presLayoutVars>
          <dgm:bulletEnabled val="1"/>
        </dgm:presLayoutVars>
      </dgm:prSet>
      <dgm:spPr/>
    </dgm:pt>
    <dgm:pt modelId="{41129C31-B895-44B8-847C-14078F452FF6}" type="pres">
      <dgm:prSet presAssocID="{087477B7-ADDD-48BE-AA5A-95088EBB47C2}" presName="L1TextContainer" presStyleLbl="revTx" presStyleIdx="1" presStyleCnt="18">
        <dgm:presLayoutVars>
          <dgm:chMax val="1"/>
          <dgm:chPref val="1"/>
          <dgm:bulletEnabled val="1"/>
        </dgm:presLayoutVars>
      </dgm:prSet>
      <dgm:spPr/>
    </dgm:pt>
    <dgm:pt modelId="{D7EE3F2A-B1AE-423E-82E6-6D02FA6BD798}" type="pres">
      <dgm:prSet presAssocID="{087477B7-ADDD-48BE-AA5A-95088EBB47C2}" presName="ConnectLine" presStyleLbl="dkBgShp" presStyleIdx="2" presStyleCnt="11"/>
      <dgm:spPr/>
    </dgm:pt>
    <dgm:pt modelId="{0F17617A-88F7-4CE1-B195-FADEFBF56056}" type="pres">
      <dgm:prSet presAssocID="{087477B7-ADDD-48BE-AA5A-95088EBB47C2}" presName="ConnectorPoint" presStyleCnt="0"/>
      <dgm:spPr/>
    </dgm:pt>
    <dgm:pt modelId="{8B44CF00-09C3-407D-916A-B4522B15D967}" type="pres">
      <dgm:prSet presAssocID="{087477B7-ADDD-48BE-AA5A-95088EBB47C2}" presName="Bullet" presStyleLbl="lnNode1" presStyleIdx="0" presStyleCnt="9"/>
      <dgm:spPr/>
    </dgm:pt>
    <dgm:pt modelId="{660D9539-E179-4281-B3D0-B12673E9648E}" type="pres">
      <dgm:prSet presAssocID="{087477B7-ADDD-48BE-AA5A-95088EBB47C2}" presName="EmptyPlaceHolder" presStyleCnt="0"/>
      <dgm:spPr/>
    </dgm:pt>
    <dgm:pt modelId="{83A10228-C505-4C88-85D9-9D6DD415909D}" type="pres">
      <dgm:prSet presAssocID="{9664A5F1-64F9-4C7F-8362-E0D2B2475D2E}" presName="spaceBetweenRectangles" presStyleCnt="0"/>
      <dgm:spPr/>
    </dgm:pt>
    <dgm:pt modelId="{EA069CAD-C477-484E-9886-D85C5419B29A}" type="pres">
      <dgm:prSet presAssocID="{B46D60BA-CCB2-4DA4-BB68-9886B52F90B1}" presName="composite" presStyleCnt="0"/>
      <dgm:spPr/>
    </dgm:pt>
    <dgm:pt modelId="{09233F53-57D7-4122-B0A2-38D22221475F}" type="pres">
      <dgm:prSet presAssocID="{B46D60BA-CCB2-4DA4-BB68-9886B52F90B1}" presName="DropPinPlaceHolder" presStyleCnt="0"/>
      <dgm:spPr/>
    </dgm:pt>
    <dgm:pt modelId="{D911385D-FF5A-40C2-BD7D-DC99B51F7AB7}" type="pres">
      <dgm:prSet presAssocID="{B46D60BA-CCB2-4DA4-BB68-9886B52F90B1}" presName="DropPin" presStyleLbl="alignNode1" presStyleIdx="1" presStyleCnt="9"/>
      <dgm:spPr/>
    </dgm:pt>
    <dgm:pt modelId="{6490D88E-19CB-4DFF-BCFE-6D35E602735B}" type="pres">
      <dgm:prSet presAssocID="{B46D60BA-CCB2-4DA4-BB68-9886B52F90B1}" presName="Ellipse" presStyleLbl="fgAcc1" presStyleIdx="1" presStyleCnt="9"/>
      <dgm:spPr/>
    </dgm:pt>
    <dgm:pt modelId="{EA75E92B-8188-4415-A3DA-24ED4D8C34FF}" type="pres">
      <dgm:prSet presAssocID="{B46D60BA-CCB2-4DA4-BB68-9886B52F90B1}" presName="L2TextContainer" presStyleLbl="revTx" presStyleIdx="2" presStyleCnt="18">
        <dgm:presLayoutVars>
          <dgm:bulletEnabled val="1"/>
        </dgm:presLayoutVars>
      </dgm:prSet>
      <dgm:spPr/>
    </dgm:pt>
    <dgm:pt modelId="{DF39B640-58C5-4D7C-AC28-CF6BC58C70E4}" type="pres">
      <dgm:prSet presAssocID="{B46D60BA-CCB2-4DA4-BB68-9886B52F90B1}" presName="L1TextContainer" presStyleLbl="revTx" presStyleIdx="3" presStyleCnt="18">
        <dgm:presLayoutVars>
          <dgm:chMax val="1"/>
          <dgm:chPref val="1"/>
          <dgm:bulletEnabled val="1"/>
        </dgm:presLayoutVars>
      </dgm:prSet>
      <dgm:spPr/>
    </dgm:pt>
    <dgm:pt modelId="{01F7A72B-BDDE-4D37-A78A-0C0760B5489A}" type="pres">
      <dgm:prSet presAssocID="{B46D60BA-CCB2-4DA4-BB68-9886B52F90B1}" presName="ConnectLine" presStyleLbl="dkBgShp" presStyleIdx="3" presStyleCnt="11"/>
      <dgm:spPr/>
    </dgm:pt>
    <dgm:pt modelId="{D3A7A71E-6A19-4F57-9F61-1AB21DD32D60}" type="pres">
      <dgm:prSet presAssocID="{B46D60BA-CCB2-4DA4-BB68-9886B52F90B1}" presName="ConnectorPoint" presStyleCnt="0"/>
      <dgm:spPr/>
    </dgm:pt>
    <dgm:pt modelId="{811EC6D6-CAD1-4D98-AC3E-FA3ABF1AD106}" type="pres">
      <dgm:prSet presAssocID="{B46D60BA-CCB2-4DA4-BB68-9886B52F90B1}" presName="Bullet" presStyleLbl="lnNode1" presStyleIdx="1" presStyleCnt="9"/>
      <dgm:spPr/>
    </dgm:pt>
    <dgm:pt modelId="{43AE23F7-E39C-498C-BE1D-4B3097D6EF9E}" type="pres">
      <dgm:prSet presAssocID="{B46D60BA-CCB2-4DA4-BB68-9886B52F90B1}" presName="EmptyPlaceHolder" presStyleCnt="0"/>
      <dgm:spPr/>
    </dgm:pt>
    <dgm:pt modelId="{819AE1C7-A339-4E85-88B3-82F201AAF9EE}" type="pres">
      <dgm:prSet presAssocID="{862A0AEA-D040-4200-AF62-0D3E4A94C5CC}" presName="spaceBetweenRectangles" presStyleCnt="0"/>
      <dgm:spPr/>
    </dgm:pt>
    <dgm:pt modelId="{5018D2B4-11FA-44A5-82A1-09EBBBFA205D}" type="pres">
      <dgm:prSet presAssocID="{39AA377E-2AC3-41AB-8ACA-8F30DE800F3A}" presName="composite" presStyleCnt="0"/>
      <dgm:spPr/>
    </dgm:pt>
    <dgm:pt modelId="{4F622A68-1764-4A98-9ED7-5B4F7A1C5679}" type="pres">
      <dgm:prSet presAssocID="{39AA377E-2AC3-41AB-8ACA-8F30DE800F3A}" presName="DropPinPlaceHolder" presStyleCnt="0"/>
      <dgm:spPr/>
    </dgm:pt>
    <dgm:pt modelId="{45212031-21A8-4200-A2E9-6397EC8BA979}" type="pres">
      <dgm:prSet presAssocID="{39AA377E-2AC3-41AB-8ACA-8F30DE800F3A}" presName="DropPin" presStyleLbl="alignNode1" presStyleIdx="2" presStyleCnt="9"/>
      <dgm:spPr/>
    </dgm:pt>
    <dgm:pt modelId="{43217880-5282-4C8C-A40B-21D9A2180AFC}" type="pres">
      <dgm:prSet presAssocID="{39AA377E-2AC3-41AB-8ACA-8F30DE800F3A}" presName="Ellipse" presStyleLbl="fgAcc1" presStyleIdx="2" presStyleCnt="9"/>
      <dgm:spPr/>
    </dgm:pt>
    <dgm:pt modelId="{A0333E2C-6DD1-42DA-9991-C93D9316525D}" type="pres">
      <dgm:prSet presAssocID="{39AA377E-2AC3-41AB-8ACA-8F30DE800F3A}" presName="L2TextContainer" presStyleLbl="revTx" presStyleIdx="4" presStyleCnt="18">
        <dgm:presLayoutVars>
          <dgm:bulletEnabled val="1"/>
        </dgm:presLayoutVars>
      </dgm:prSet>
      <dgm:spPr/>
    </dgm:pt>
    <dgm:pt modelId="{E48F132B-CED8-47D3-B1F4-5129FE929928}" type="pres">
      <dgm:prSet presAssocID="{39AA377E-2AC3-41AB-8ACA-8F30DE800F3A}" presName="L1TextContainer" presStyleLbl="revTx" presStyleIdx="5" presStyleCnt="18">
        <dgm:presLayoutVars>
          <dgm:chMax val="1"/>
          <dgm:chPref val="1"/>
          <dgm:bulletEnabled val="1"/>
        </dgm:presLayoutVars>
      </dgm:prSet>
      <dgm:spPr/>
    </dgm:pt>
    <dgm:pt modelId="{C8EEB7D3-3CF6-4A28-AA87-996E5A8462B1}" type="pres">
      <dgm:prSet presAssocID="{39AA377E-2AC3-41AB-8ACA-8F30DE800F3A}" presName="ConnectLine" presStyleLbl="dkBgShp" presStyleIdx="4" presStyleCnt="11"/>
      <dgm:spPr/>
    </dgm:pt>
    <dgm:pt modelId="{2788DBDF-3C36-43F0-A760-F86694FDFBDA}" type="pres">
      <dgm:prSet presAssocID="{39AA377E-2AC3-41AB-8ACA-8F30DE800F3A}" presName="ConnectorPoint" presStyleCnt="0"/>
      <dgm:spPr/>
    </dgm:pt>
    <dgm:pt modelId="{76C9DB79-E0A1-43DB-8F6C-419A97113CFB}" type="pres">
      <dgm:prSet presAssocID="{39AA377E-2AC3-41AB-8ACA-8F30DE800F3A}" presName="Bullet" presStyleLbl="lnNode1" presStyleIdx="2" presStyleCnt="9"/>
      <dgm:spPr/>
    </dgm:pt>
    <dgm:pt modelId="{60216457-547B-448E-9E38-9298849A2FFB}" type="pres">
      <dgm:prSet presAssocID="{39AA377E-2AC3-41AB-8ACA-8F30DE800F3A}" presName="EmptyPlaceHolder" presStyleCnt="0"/>
      <dgm:spPr/>
    </dgm:pt>
    <dgm:pt modelId="{9511870D-837D-4CF1-B267-E6BCF15E4297}" type="pres">
      <dgm:prSet presAssocID="{F668ED83-62D8-44DB-87AC-23CFDF5BBBAB}" presName="spaceBetweenRectangles" presStyleCnt="0"/>
      <dgm:spPr/>
    </dgm:pt>
    <dgm:pt modelId="{9F26652A-2806-489D-B1F2-3EF9FE7654AB}" type="pres">
      <dgm:prSet presAssocID="{7B0238E1-BE9C-4680-B3AF-D11EE05EDBDC}" presName="composite" presStyleCnt="0"/>
      <dgm:spPr/>
    </dgm:pt>
    <dgm:pt modelId="{9EE9D3D7-AAD6-4901-BE69-62BB7377ECB5}" type="pres">
      <dgm:prSet presAssocID="{7B0238E1-BE9C-4680-B3AF-D11EE05EDBDC}" presName="DropPinPlaceHolder" presStyleCnt="0"/>
      <dgm:spPr/>
    </dgm:pt>
    <dgm:pt modelId="{CCFB3523-2323-4CF0-BCC3-1C4D68FE221B}" type="pres">
      <dgm:prSet presAssocID="{7B0238E1-BE9C-4680-B3AF-D11EE05EDBDC}" presName="DropPin" presStyleLbl="alignNode1" presStyleIdx="3" presStyleCnt="9"/>
      <dgm:spPr/>
    </dgm:pt>
    <dgm:pt modelId="{B3DA7092-E943-4654-87D7-C242DBCA72E0}" type="pres">
      <dgm:prSet presAssocID="{7B0238E1-BE9C-4680-B3AF-D11EE05EDBDC}" presName="Ellipse" presStyleLbl="fgAcc1" presStyleIdx="3" presStyleCnt="9"/>
      <dgm:spPr/>
    </dgm:pt>
    <dgm:pt modelId="{5E11F032-38D0-48EA-A222-78812ACE3ACB}" type="pres">
      <dgm:prSet presAssocID="{7B0238E1-BE9C-4680-B3AF-D11EE05EDBDC}" presName="L2TextContainer" presStyleLbl="revTx" presStyleIdx="6" presStyleCnt="18">
        <dgm:presLayoutVars>
          <dgm:bulletEnabled val="1"/>
        </dgm:presLayoutVars>
      </dgm:prSet>
      <dgm:spPr/>
    </dgm:pt>
    <dgm:pt modelId="{18CA55CF-9142-4241-940E-6201B3482971}" type="pres">
      <dgm:prSet presAssocID="{7B0238E1-BE9C-4680-B3AF-D11EE05EDBDC}" presName="L1TextContainer" presStyleLbl="revTx" presStyleIdx="7" presStyleCnt="18">
        <dgm:presLayoutVars>
          <dgm:chMax val="1"/>
          <dgm:chPref val="1"/>
          <dgm:bulletEnabled val="1"/>
        </dgm:presLayoutVars>
      </dgm:prSet>
      <dgm:spPr/>
    </dgm:pt>
    <dgm:pt modelId="{27919922-96E6-4510-97A8-55CBE6D5D563}" type="pres">
      <dgm:prSet presAssocID="{7B0238E1-BE9C-4680-B3AF-D11EE05EDBDC}" presName="ConnectLine" presStyleLbl="dkBgShp" presStyleIdx="5" presStyleCnt="11"/>
      <dgm:spPr/>
    </dgm:pt>
    <dgm:pt modelId="{ECDEC843-F8FB-4F85-8E42-0B3B6080A1E6}" type="pres">
      <dgm:prSet presAssocID="{7B0238E1-BE9C-4680-B3AF-D11EE05EDBDC}" presName="ConnectorPoint" presStyleCnt="0"/>
      <dgm:spPr/>
    </dgm:pt>
    <dgm:pt modelId="{91A00A6C-DEDC-474A-987B-08C10B16F033}" type="pres">
      <dgm:prSet presAssocID="{7B0238E1-BE9C-4680-B3AF-D11EE05EDBDC}" presName="Bullet" presStyleLbl="lnNode1" presStyleIdx="3" presStyleCnt="9"/>
      <dgm:spPr/>
    </dgm:pt>
    <dgm:pt modelId="{19305816-4B24-48AE-A6DB-7F088D0EC8D3}" type="pres">
      <dgm:prSet presAssocID="{7B0238E1-BE9C-4680-B3AF-D11EE05EDBDC}" presName="EmptyPlaceHolder" presStyleCnt="0"/>
      <dgm:spPr/>
    </dgm:pt>
    <dgm:pt modelId="{3C899EA1-0B0F-48CE-B0BC-480A149EE10F}" type="pres">
      <dgm:prSet presAssocID="{5D2C6D6C-ADE0-4996-9065-A4CFC51CD367}" presName="spaceBetweenRectangles" presStyleCnt="0"/>
      <dgm:spPr/>
    </dgm:pt>
    <dgm:pt modelId="{95635A39-0243-41C5-B470-5FCA5FEBB939}" type="pres">
      <dgm:prSet presAssocID="{86492986-DAEF-4422-9A94-5FC30EC42645}" presName="composite" presStyleCnt="0"/>
      <dgm:spPr/>
    </dgm:pt>
    <dgm:pt modelId="{192870DE-2D93-4BFB-9E69-85B1552345BD}" type="pres">
      <dgm:prSet presAssocID="{86492986-DAEF-4422-9A94-5FC30EC42645}" presName="DropPinPlaceHolder" presStyleCnt="0"/>
      <dgm:spPr/>
    </dgm:pt>
    <dgm:pt modelId="{C8A068EE-AFCF-477F-A3BD-EA0EEC810F76}" type="pres">
      <dgm:prSet presAssocID="{86492986-DAEF-4422-9A94-5FC30EC42645}" presName="DropPin" presStyleLbl="alignNode1" presStyleIdx="4" presStyleCnt="9"/>
      <dgm:spPr/>
    </dgm:pt>
    <dgm:pt modelId="{D9B3E2D2-4F49-4E40-8373-ED8A31226DEB}" type="pres">
      <dgm:prSet presAssocID="{86492986-DAEF-4422-9A94-5FC30EC42645}" presName="Ellipse" presStyleLbl="fgAcc1" presStyleIdx="4" presStyleCnt="9"/>
      <dgm:spPr/>
    </dgm:pt>
    <dgm:pt modelId="{AAA72944-88EA-4250-BE1D-140B92F1522C}" type="pres">
      <dgm:prSet presAssocID="{86492986-DAEF-4422-9A94-5FC30EC42645}" presName="L2TextContainer" presStyleLbl="revTx" presStyleIdx="8" presStyleCnt="18">
        <dgm:presLayoutVars>
          <dgm:bulletEnabled val="1"/>
        </dgm:presLayoutVars>
      </dgm:prSet>
      <dgm:spPr/>
    </dgm:pt>
    <dgm:pt modelId="{DB17D3A9-9897-4CA8-9798-F7C5AE6D4E9E}" type="pres">
      <dgm:prSet presAssocID="{86492986-DAEF-4422-9A94-5FC30EC42645}" presName="L1TextContainer" presStyleLbl="revTx" presStyleIdx="9" presStyleCnt="18">
        <dgm:presLayoutVars>
          <dgm:chMax val="1"/>
          <dgm:chPref val="1"/>
          <dgm:bulletEnabled val="1"/>
        </dgm:presLayoutVars>
      </dgm:prSet>
      <dgm:spPr/>
    </dgm:pt>
    <dgm:pt modelId="{2D23569A-B050-4847-9285-5282337BFB0A}" type="pres">
      <dgm:prSet presAssocID="{86492986-DAEF-4422-9A94-5FC30EC42645}" presName="ConnectLine" presStyleLbl="dkBgShp" presStyleIdx="6" presStyleCnt="11"/>
      <dgm:spPr/>
    </dgm:pt>
    <dgm:pt modelId="{853D4D42-1EA8-4CE9-AD84-43297538ED36}" type="pres">
      <dgm:prSet presAssocID="{86492986-DAEF-4422-9A94-5FC30EC42645}" presName="ConnectorPoint" presStyleCnt="0"/>
      <dgm:spPr/>
    </dgm:pt>
    <dgm:pt modelId="{AD72F89F-93D9-40D6-A9B1-6BDB481B5467}" type="pres">
      <dgm:prSet presAssocID="{86492986-DAEF-4422-9A94-5FC30EC42645}" presName="Bullet" presStyleLbl="lnNode1" presStyleIdx="4" presStyleCnt="9"/>
      <dgm:spPr/>
    </dgm:pt>
    <dgm:pt modelId="{BEB1BCD7-9384-4161-95D0-14B7F9EBC3F4}" type="pres">
      <dgm:prSet presAssocID="{86492986-DAEF-4422-9A94-5FC30EC42645}" presName="EmptyPlaceHolder" presStyleCnt="0"/>
      <dgm:spPr/>
    </dgm:pt>
    <dgm:pt modelId="{78CEB4EE-7E0E-4583-B76C-1EDEEAADFCA7}" type="pres">
      <dgm:prSet presAssocID="{F81851C8-0094-416E-B1EE-CB29985BDF16}" presName="spaceBetweenRectangles" presStyleCnt="0"/>
      <dgm:spPr/>
    </dgm:pt>
    <dgm:pt modelId="{B4E55BD8-3A3F-4429-A81B-309BA4DD5939}" type="pres">
      <dgm:prSet presAssocID="{95E6DF71-5605-453E-96ED-CD34AFC1BB89}" presName="composite" presStyleCnt="0"/>
      <dgm:spPr/>
    </dgm:pt>
    <dgm:pt modelId="{191A7D6F-AAB6-4A08-AF1B-750F0EB5D65B}" type="pres">
      <dgm:prSet presAssocID="{95E6DF71-5605-453E-96ED-CD34AFC1BB89}" presName="DropPinPlaceHolder" presStyleCnt="0"/>
      <dgm:spPr/>
    </dgm:pt>
    <dgm:pt modelId="{A500E881-87E0-492B-804C-98E93E869EAF}" type="pres">
      <dgm:prSet presAssocID="{95E6DF71-5605-453E-96ED-CD34AFC1BB89}" presName="DropPin" presStyleLbl="alignNode1" presStyleIdx="5" presStyleCnt="9"/>
      <dgm:spPr/>
    </dgm:pt>
    <dgm:pt modelId="{AEBBEDA6-E3CE-4585-AA2E-34ACCBEB7B3F}" type="pres">
      <dgm:prSet presAssocID="{95E6DF71-5605-453E-96ED-CD34AFC1BB89}" presName="Ellipse" presStyleLbl="fgAcc1" presStyleIdx="5" presStyleCnt="9"/>
      <dgm:spPr/>
    </dgm:pt>
    <dgm:pt modelId="{AAB27BC9-18BD-4B81-897A-EEA8546AF4F8}" type="pres">
      <dgm:prSet presAssocID="{95E6DF71-5605-453E-96ED-CD34AFC1BB89}" presName="L2TextContainer" presStyleLbl="revTx" presStyleIdx="10" presStyleCnt="18">
        <dgm:presLayoutVars>
          <dgm:bulletEnabled val="1"/>
        </dgm:presLayoutVars>
      </dgm:prSet>
      <dgm:spPr/>
    </dgm:pt>
    <dgm:pt modelId="{45AC74FE-7874-48D3-B88C-29E5135B6DBF}" type="pres">
      <dgm:prSet presAssocID="{95E6DF71-5605-453E-96ED-CD34AFC1BB89}" presName="L1TextContainer" presStyleLbl="revTx" presStyleIdx="11" presStyleCnt="18">
        <dgm:presLayoutVars>
          <dgm:chMax val="1"/>
          <dgm:chPref val="1"/>
          <dgm:bulletEnabled val="1"/>
        </dgm:presLayoutVars>
      </dgm:prSet>
      <dgm:spPr/>
    </dgm:pt>
    <dgm:pt modelId="{3B48C895-7052-4204-86B7-B03899013FDB}" type="pres">
      <dgm:prSet presAssocID="{95E6DF71-5605-453E-96ED-CD34AFC1BB89}" presName="ConnectLine" presStyleLbl="dkBgShp" presStyleIdx="7" presStyleCnt="11"/>
      <dgm:spPr/>
    </dgm:pt>
    <dgm:pt modelId="{708B7783-6CE6-4AC6-B6AD-6A7CD8B2BDBD}" type="pres">
      <dgm:prSet presAssocID="{95E6DF71-5605-453E-96ED-CD34AFC1BB89}" presName="ConnectorPoint" presStyleCnt="0"/>
      <dgm:spPr/>
    </dgm:pt>
    <dgm:pt modelId="{67504F82-2C41-4F6A-9F1C-27FA0C3A33E6}" type="pres">
      <dgm:prSet presAssocID="{95E6DF71-5605-453E-96ED-CD34AFC1BB89}" presName="Bullet" presStyleLbl="lnNode1" presStyleIdx="5" presStyleCnt="9"/>
      <dgm:spPr/>
    </dgm:pt>
    <dgm:pt modelId="{C778E483-607E-4DE2-A075-4510E83DFF1A}" type="pres">
      <dgm:prSet presAssocID="{95E6DF71-5605-453E-96ED-CD34AFC1BB89}" presName="EmptyPlaceHolder" presStyleCnt="0"/>
      <dgm:spPr/>
    </dgm:pt>
    <dgm:pt modelId="{B7170ACF-B7A0-4539-A51C-DF8F1E38C379}" type="pres">
      <dgm:prSet presAssocID="{CDA375A0-CC02-4EE9-8F7D-C52143373A3D}" presName="spaceBetweenRectangles" presStyleCnt="0"/>
      <dgm:spPr/>
    </dgm:pt>
    <dgm:pt modelId="{106FA73B-EAC7-44B9-B8B8-B28E703421AD}" type="pres">
      <dgm:prSet presAssocID="{255C6E66-E4E8-4FC7-A5E8-C4E1E08A756F}" presName="composite" presStyleCnt="0"/>
      <dgm:spPr/>
    </dgm:pt>
    <dgm:pt modelId="{656D3644-6C0E-40B0-BA53-158EBDA44613}" type="pres">
      <dgm:prSet presAssocID="{255C6E66-E4E8-4FC7-A5E8-C4E1E08A756F}" presName="DropPinPlaceHolder" presStyleCnt="0"/>
      <dgm:spPr/>
    </dgm:pt>
    <dgm:pt modelId="{D87BFD33-D804-4AB5-A7D2-83228C1C0A64}" type="pres">
      <dgm:prSet presAssocID="{255C6E66-E4E8-4FC7-A5E8-C4E1E08A756F}" presName="DropPin" presStyleLbl="alignNode1" presStyleIdx="6" presStyleCnt="9"/>
      <dgm:spPr/>
    </dgm:pt>
    <dgm:pt modelId="{2BDF84CC-7357-4568-9814-4F74C3B06DF5}" type="pres">
      <dgm:prSet presAssocID="{255C6E66-E4E8-4FC7-A5E8-C4E1E08A756F}" presName="Ellipse" presStyleLbl="fgAcc1" presStyleIdx="6" presStyleCnt="9"/>
      <dgm:spPr/>
    </dgm:pt>
    <dgm:pt modelId="{4DC84BCB-4CB6-40E1-A931-BD2E0A1B12BD}" type="pres">
      <dgm:prSet presAssocID="{255C6E66-E4E8-4FC7-A5E8-C4E1E08A756F}" presName="L2TextContainer" presStyleLbl="revTx" presStyleIdx="12" presStyleCnt="18">
        <dgm:presLayoutVars>
          <dgm:bulletEnabled val="1"/>
        </dgm:presLayoutVars>
      </dgm:prSet>
      <dgm:spPr/>
    </dgm:pt>
    <dgm:pt modelId="{3284CBCE-11A3-4B33-A6E4-F32CE2C728B3}" type="pres">
      <dgm:prSet presAssocID="{255C6E66-E4E8-4FC7-A5E8-C4E1E08A756F}" presName="L1TextContainer" presStyleLbl="revTx" presStyleIdx="13" presStyleCnt="18">
        <dgm:presLayoutVars>
          <dgm:chMax val="1"/>
          <dgm:chPref val="1"/>
          <dgm:bulletEnabled val="1"/>
        </dgm:presLayoutVars>
      </dgm:prSet>
      <dgm:spPr/>
    </dgm:pt>
    <dgm:pt modelId="{25F8A763-C24B-4DFF-BC4D-FB2109C5EE97}" type="pres">
      <dgm:prSet presAssocID="{255C6E66-E4E8-4FC7-A5E8-C4E1E08A756F}" presName="ConnectLine" presStyleLbl="dkBgShp" presStyleIdx="8" presStyleCnt="11"/>
      <dgm:spPr/>
    </dgm:pt>
    <dgm:pt modelId="{5E4673D5-056B-4555-9EAF-8EF69CD975FF}" type="pres">
      <dgm:prSet presAssocID="{255C6E66-E4E8-4FC7-A5E8-C4E1E08A756F}" presName="ConnectorPoint" presStyleCnt="0"/>
      <dgm:spPr/>
    </dgm:pt>
    <dgm:pt modelId="{156F8D92-62AC-4305-B749-4571DB49BC48}" type="pres">
      <dgm:prSet presAssocID="{255C6E66-E4E8-4FC7-A5E8-C4E1E08A756F}" presName="Bullet" presStyleLbl="lnNode1" presStyleIdx="6" presStyleCnt="9"/>
      <dgm:spPr/>
    </dgm:pt>
    <dgm:pt modelId="{3D225B80-8E3D-4887-BF07-6875432BF873}" type="pres">
      <dgm:prSet presAssocID="{255C6E66-E4E8-4FC7-A5E8-C4E1E08A756F}" presName="EmptyPlaceHolder" presStyleCnt="0"/>
      <dgm:spPr/>
    </dgm:pt>
    <dgm:pt modelId="{AFB05421-9E29-47F6-A90D-82EBFE801E4B}" type="pres">
      <dgm:prSet presAssocID="{B742E18B-58BA-49A2-ADA9-1E56AF22C4FC}" presName="spaceBetweenRectangles" presStyleCnt="0"/>
      <dgm:spPr/>
    </dgm:pt>
    <dgm:pt modelId="{43340FDD-793F-44E3-A5CC-000876B3EC5D}" type="pres">
      <dgm:prSet presAssocID="{FAE1FFED-738B-4329-92B2-E37D347CDB42}" presName="composite" presStyleCnt="0"/>
      <dgm:spPr/>
    </dgm:pt>
    <dgm:pt modelId="{61BA007B-B6C0-40DE-99DE-3E7003E2F1F8}" type="pres">
      <dgm:prSet presAssocID="{FAE1FFED-738B-4329-92B2-E37D347CDB42}" presName="DropPinPlaceHolder" presStyleCnt="0"/>
      <dgm:spPr/>
    </dgm:pt>
    <dgm:pt modelId="{CF61DD8F-AC30-4198-BCED-3C90A15BDF02}" type="pres">
      <dgm:prSet presAssocID="{FAE1FFED-738B-4329-92B2-E37D347CDB42}" presName="DropPin" presStyleLbl="alignNode1" presStyleIdx="7" presStyleCnt="9"/>
      <dgm:spPr/>
    </dgm:pt>
    <dgm:pt modelId="{93810D63-DE0A-45B5-9750-25385E90AD8B}" type="pres">
      <dgm:prSet presAssocID="{FAE1FFED-738B-4329-92B2-E37D347CDB42}" presName="Ellipse" presStyleLbl="fgAcc1" presStyleIdx="7" presStyleCnt="9"/>
      <dgm:spPr/>
    </dgm:pt>
    <dgm:pt modelId="{F38B5EDF-7EA0-4D7A-8237-C6BC1E1F11A0}" type="pres">
      <dgm:prSet presAssocID="{FAE1FFED-738B-4329-92B2-E37D347CDB42}" presName="L2TextContainer" presStyleLbl="revTx" presStyleIdx="14" presStyleCnt="18">
        <dgm:presLayoutVars>
          <dgm:bulletEnabled val="1"/>
        </dgm:presLayoutVars>
      </dgm:prSet>
      <dgm:spPr/>
    </dgm:pt>
    <dgm:pt modelId="{6D5EA697-B982-46F7-A4E7-99064CECBB12}" type="pres">
      <dgm:prSet presAssocID="{FAE1FFED-738B-4329-92B2-E37D347CDB42}" presName="L1TextContainer" presStyleLbl="revTx" presStyleIdx="15" presStyleCnt="18">
        <dgm:presLayoutVars>
          <dgm:chMax val="1"/>
          <dgm:chPref val="1"/>
          <dgm:bulletEnabled val="1"/>
        </dgm:presLayoutVars>
      </dgm:prSet>
      <dgm:spPr/>
    </dgm:pt>
    <dgm:pt modelId="{3F2A1C96-211A-4B04-B587-EF785B4A53A5}" type="pres">
      <dgm:prSet presAssocID="{FAE1FFED-738B-4329-92B2-E37D347CDB42}" presName="ConnectLine" presStyleLbl="dkBgShp" presStyleIdx="9" presStyleCnt="11"/>
      <dgm:spPr/>
    </dgm:pt>
    <dgm:pt modelId="{AB20F56E-CCD4-4E4C-B395-766B579AF318}" type="pres">
      <dgm:prSet presAssocID="{FAE1FFED-738B-4329-92B2-E37D347CDB42}" presName="ConnectorPoint" presStyleCnt="0"/>
      <dgm:spPr/>
    </dgm:pt>
    <dgm:pt modelId="{C0CA66BD-A650-40A5-8DEE-26E9B83766C6}" type="pres">
      <dgm:prSet presAssocID="{FAE1FFED-738B-4329-92B2-E37D347CDB42}" presName="Bullet" presStyleLbl="lnNode1" presStyleIdx="7" presStyleCnt="9"/>
      <dgm:spPr/>
    </dgm:pt>
    <dgm:pt modelId="{2154CBE9-BE7B-49F4-8ADE-9374B6B9411E}" type="pres">
      <dgm:prSet presAssocID="{FAE1FFED-738B-4329-92B2-E37D347CDB42}" presName="EmptyPlaceHolder" presStyleCnt="0"/>
      <dgm:spPr/>
    </dgm:pt>
    <dgm:pt modelId="{5177E079-3424-4922-BE0C-B5890B36253C}" type="pres">
      <dgm:prSet presAssocID="{874BB5E6-17E4-401F-9589-D4046C97ABD2}" presName="spaceBetweenRectangles" presStyleCnt="0"/>
      <dgm:spPr/>
    </dgm:pt>
    <dgm:pt modelId="{A458E33F-87B4-4054-B005-7B0C3E60DD72}" type="pres">
      <dgm:prSet presAssocID="{910AE6BE-CF37-4911-BA82-27E979B2EBC8}" presName="composite" presStyleCnt="0"/>
      <dgm:spPr/>
    </dgm:pt>
    <dgm:pt modelId="{0C9F5E11-2B3A-483E-B35A-9CC7AF1066EB}" type="pres">
      <dgm:prSet presAssocID="{910AE6BE-CF37-4911-BA82-27E979B2EBC8}" presName="DropPinPlaceHolder" presStyleCnt="0"/>
      <dgm:spPr/>
    </dgm:pt>
    <dgm:pt modelId="{FD5D5106-8A3F-4884-B6AE-83655927DA97}" type="pres">
      <dgm:prSet presAssocID="{910AE6BE-CF37-4911-BA82-27E979B2EBC8}" presName="DropPin" presStyleLbl="alignNode1" presStyleIdx="8" presStyleCnt="9"/>
      <dgm:spPr/>
    </dgm:pt>
    <dgm:pt modelId="{65970B98-BA9E-4AE2-815C-D15CE8410FD0}" type="pres">
      <dgm:prSet presAssocID="{910AE6BE-CF37-4911-BA82-27E979B2EBC8}" presName="Ellipse" presStyleLbl="fgAcc1" presStyleIdx="8" presStyleCnt="9"/>
      <dgm:spPr/>
    </dgm:pt>
    <dgm:pt modelId="{4E1E5DCD-7536-4801-9230-1D141B04D716}" type="pres">
      <dgm:prSet presAssocID="{910AE6BE-CF37-4911-BA82-27E979B2EBC8}" presName="L2TextContainer" presStyleLbl="revTx" presStyleIdx="16" presStyleCnt="18">
        <dgm:presLayoutVars>
          <dgm:bulletEnabled val="1"/>
        </dgm:presLayoutVars>
      </dgm:prSet>
      <dgm:spPr/>
    </dgm:pt>
    <dgm:pt modelId="{6FF20EB0-37BB-4A1F-A198-155B6D767432}" type="pres">
      <dgm:prSet presAssocID="{910AE6BE-CF37-4911-BA82-27E979B2EBC8}" presName="L1TextContainer" presStyleLbl="revTx" presStyleIdx="17" presStyleCnt="18">
        <dgm:presLayoutVars>
          <dgm:chMax val="1"/>
          <dgm:chPref val="1"/>
          <dgm:bulletEnabled val="1"/>
        </dgm:presLayoutVars>
      </dgm:prSet>
      <dgm:spPr/>
    </dgm:pt>
    <dgm:pt modelId="{D8E05F15-89BB-4190-B2AF-8DFE1475EB77}" type="pres">
      <dgm:prSet presAssocID="{910AE6BE-CF37-4911-BA82-27E979B2EBC8}" presName="ConnectLine" presStyleLbl="dkBgShp" presStyleIdx="10" presStyleCnt="11"/>
      <dgm:spPr/>
    </dgm:pt>
    <dgm:pt modelId="{67CA45EE-5A63-496C-A4B0-BDD5E49B3940}" type="pres">
      <dgm:prSet presAssocID="{910AE6BE-CF37-4911-BA82-27E979B2EBC8}" presName="ConnectorPoint" presStyleCnt="0"/>
      <dgm:spPr/>
    </dgm:pt>
    <dgm:pt modelId="{6359CA02-881B-4C1B-A148-CDD0C3C1D421}" type="pres">
      <dgm:prSet presAssocID="{910AE6BE-CF37-4911-BA82-27E979B2EBC8}" presName="Bullet" presStyleLbl="lnNode1" presStyleIdx="8" presStyleCnt="9"/>
      <dgm:spPr/>
    </dgm:pt>
    <dgm:pt modelId="{480FF9F7-29BD-4496-AD41-648D043C8F24}" type="pres">
      <dgm:prSet presAssocID="{910AE6BE-CF37-4911-BA82-27E979B2EBC8}" presName="EmptyPlaceHolder" presStyleCnt="0"/>
      <dgm:spPr/>
    </dgm:pt>
  </dgm:ptLst>
  <dgm:cxnLst>
    <dgm:cxn modelId="{1DA48001-8AFB-445D-B61D-C8BF188CCC35}" type="presOf" srcId="{DA4DCA01-4ADA-4EC9-9D12-BFCC950A6592}" destId="{5E11F032-38D0-48EA-A222-78812ACE3ACB}" srcOrd="0" destOrd="0" presId="urn:microsoft.com/office/officeart/2024/layout/BulletTimelineInverted"/>
    <dgm:cxn modelId="{10766B03-699A-4DA3-AF88-D60D669B1BB3}" srcId="{86492986-DAEF-4422-9A94-5FC30EC42645}" destId="{533F7E5B-76BC-4436-AB70-442083CE1E8D}" srcOrd="0" destOrd="0" parTransId="{32AB0E09-B780-44E0-907B-7BB7B402B743}" sibTransId="{5939A019-6CC3-459C-858B-45835AD81068}"/>
    <dgm:cxn modelId="{555D6B05-7A67-4873-B22F-2BA78AA4BA64}" srcId="{255C6E66-E4E8-4FC7-A5E8-C4E1E08A756F}" destId="{FD3DECDC-256C-43E1-9405-06750EAE33D5}" srcOrd="0" destOrd="0" parTransId="{62E15D05-33E5-4DC4-831A-8E65C59F11AB}" sibTransId="{0BA6197A-0378-4895-9ACE-7E3F8F3B01C7}"/>
    <dgm:cxn modelId="{F2D79E06-CFBA-42A5-9A65-5831DCA4997F}" type="presOf" srcId="{087477B7-ADDD-48BE-AA5A-95088EBB47C2}" destId="{41129C31-B895-44B8-847C-14078F452FF6}" srcOrd="0" destOrd="0" presId="urn:microsoft.com/office/officeart/2024/layout/BulletTimelineInverted"/>
    <dgm:cxn modelId="{703D121E-D924-4370-A3EC-750E8978C8C3}" type="presOf" srcId="{FAE1FFED-738B-4329-92B2-E37D347CDB42}" destId="{6D5EA697-B982-46F7-A4E7-99064CECBB12}" srcOrd="0" destOrd="0" presId="urn:microsoft.com/office/officeart/2024/layout/BulletTimelineInverted"/>
    <dgm:cxn modelId="{A49E732D-A055-4855-A5D9-AE1B682C345B}" srcId="{95E6DF71-5605-453E-96ED-CD34AFC1BB89}" destId="{AF89D67A-CCE8-4AD4-957B-EE6E15D88E99}" srcOrd="0" destOrd="0" parTransId="{846697B6-542A-48DE-8E7A-43BFEF7535D8}" sibTransId="{D6D4E0AA-BA29-4D0E-A457-A1612B06FD4F}"/>
    <dgm:cxn modelId="{A279812D-9572-469C-8F1D-94CD5D3BCBB7}" type="presOf" srcId="{86C241BA-3B82-44F2-AE30-44F6B99C8868}" destId="{4E1E5DCD-7536-4801-9230-1D141B04D716}" srcOrd="0" destOrd="0" presId="urn:microsoft.com/office/officeart/2024/layout/BulletTimelineInverted"/>
    <dgm:cxn modelId="{621D243B-D9A8-4DDC-9FA6-F7DA8F5BC4E2}" srcId="{B46D60BA-CCB2-4DA4-BB68-9886B52F90B1}" destId="{08538864-B5FF-4AFC-B931-B8B7AD4DA77F}" srcOrd="0" destOrd="0" parTransId="{93520A5D-887B-4CB7-A541-1F5AE8F6B989}" sibTransId="{3FD846F6-88AB-4686-9098-8F671BA9BB59}"/>
    <dgm:cxn modelId="{0590F23C-9FC4-4C69-A443-335F7D64D6E9}" srcId="{FAE1FFED-738B-4329-92B2-E37D347CDB42}" destId="{3F10274A-BBF0-4AE6-9B2B-FF99062EBC9C}" srcOrd="0" destOrd="0" parTransId="{9C00F116-0761-496B-BA0A-2C424B5ABF55}" sibTransId="{8C3AA71B-98F5-4A6A-AEEA-5ACA7797358C}"/>
    <dgm:cxn modelId="{0A701A3E-FEE2-4476-AAB1-BFDF262A58B9}" srcId="{39AA377E-2AC3-41AB-8ACA-8F30DE800F3A}" destId="{CC6D76A3-D412-44E6-AD13-AF0682A97F47}" srcOrd="0" destOrd="0" parTransId="{1B8DB6E2-DFAE-4F8E-B0FE-6102786B3749}" sibTransId="{1A26A92E-72CB-4A3A-9F94-6397D704FD67}"/>
    <dgm:cxn modelId="{CA8CA441-A868-4329-850F-EE521DE4D773}" srcId="{087477B7-ADDD-48BE-AA5A-95088EBB47C2}" destId="{BED880C0-0575-47CF-9F7C-9C82F6C056A1}" srcOrd="0" destOrd="0" parTransId="{23329727-79D8-447B-ACBB-751C7AB6EC19}" sibTransId="{14540746-020E-4DE6-8697-64A8C9A81900}"/>
    <dgm:cxn modelId="{77597843-6340-437C-8A18-3A88A2055B6F}" type="presOf" srcId="{255C6E66-E4E8-4FC7-A5E8-C4E1E08A756F}" destId="{3284CBCE-11A3-4B33-A6E4-F32CE2C728B3}" srcOrd="0" destOrd="0" presId="urn:microsoft.com/office/officeart/2024/layout/BulletTimelineInverted"/>
    <dgm:cxn modelId="{573BAD44-A8B8-4BC3-88F8-6A2CAB709D55}" type="presOf" srcId="{3F10274A-BBF0-4AE6-9B2B-FF99062EBC9C}" destId="{F38B5EDF-7EA0-4D7A-8237-C6BC1E1F11A0}" srcOrd="0" destOrd="0" presId="urn:microsoft.com/office/officeart/2024/layout/BulletTimelineInverted"/>
    <dgm:cxn modelId="{B25C8665-7730-4F40-B402-068C17DF2E21}" type="presOf" srcId="{B46D60BA-CCB2-4DA4-BB68-9886B52F90B1}" destId="{DF39B640-58C5-4D7C-AC28-CF6BC58C70E4}" srcOrd="0" destOrd="0" presId="urn:microsoft.com/office/officeart/2024/layout/BulletTimelineInverted"/>
    <dgm:cxn modelId="{532FCB48-6048-424B-8B07-A7095B0093EC}" srcId="{910AE6BE-CF37-4911-BA82-27E979B2EBC8}" destId="{86C241BA-3B82-44F2-AE30-44F6B99C8868}" srcOrd="0" destOrd="0" parTransId="{77B59E5A-DE73-4554-853A-FA86767B32B8}" sibTransId="{53A1E06D-35D2-4240-8393-1A66A57F95DA}"/>
    <dgm:cxn modelId="{CA88DA69-24D5-48FF-86F3-31CBD7CD1C5F}" srcId="{57A3C614-4F41-483C-BCAA-0CF8634D1792}" destId="{95E6DF71-5605-453E-96ED-CD34AFC1BB89}" srcOrd="5" destOrd="0" parTransId="{51799799-40E3-47B7-B97D-A0F778929AE1}" sibTransId="{CDA375A0-CC02-4EE9-8F7D-C52143373A3D}"/>
    <dgm:cxn modelId="{F5F8C94D-48C8-415A-8258-C77BD95CFBF7}" type="presOf" srcId="{CC6D76A3-D412-44E6-AD13-AF0682A97F47}" destId="{A0333E2C-6DD1-42DA-9991-C93D9316525D}" srcOrd="0" destOrd="0" presId="urn:microsoft.com/office/officeart/2024/layout/BulletTimelineInverted"/>
    <dgm:cxn modelId="{CEFD3873-1F39-49F7-8D12-4EB42C895AF2}" type="presOf" srcId="{910AE6BE-CF37-4911-BA82-27E979B2EBC8}" destId="{6FF20EB0-37BB-4A1F-A198-155B6D767432}" srcOrd="0" destOrd="0" presId="urn:microsoft.com/office/officeart/2024/layout/BulletTimelineInverted"/>
    <dgm:cxn modelId="{AD81EB74-82F2-4FC3-9DDF-84A5E6D8F457}" type="presOf" srcId="{57A3C614-4F41-483C-BCAA-0CF8634D1792}" destId="{688CB193-180D-4A16-9E79-34D31E413014}" srcOrd="0" destOrd="0" presId="urn:microsoft.com/office/officeart/2024/layout/BulletTimelineInverted"/>
    <dgm:cxn modelId="{EE277D7B-6F3F-42E4-B5B9-C74226969769}" srcId="{57A3C614-4F41-483C-BCAA-0CF8634D1792}" destId="{39AA377E-2AC3-41AB-8ACA-8F30DE800F3A}" srcOrd="2" destOrd="0" parTransId="{B5719912-98E9-4227-A1CB-05B2446C9210}" sibTransId="{F668ED83-62D8-44DB-87AC-23CFDF5BBBAB}"/>
    <dgm:cxn modelId="{E656DE80-5A70-46FD-9132-DBD9E8F6170D}" type="presOf" srcId="{BED880C0-0575-47CF-9F7C-9C82F6C056A1}" destId="{984C84D5-9F2D-4A91-880F-B8A5173040BD}" srcOrd="0" destOrd="0" presId="urn:microsoft.com/office/officeart/2024/layout/BulletTimelineInverted"/>
    <dgm:cxn modelId="{4FD22487-B970-4C89-9BD8-DFA8EC2A0D81}" type="presOf" srcId="{7B0238E1-BE9C-4680-B3AF-D11EE05EDBDC}" destId="{18CA55CF-9142-4241-940E-6201B3482971}" srcOrd="0" destOrd="0" presId="urn:microsoft.com/office/officeart/2024/layout/BulletTimelineInverted"/>
    <dgm:cxn modelId="{05C4AD90-A37F-46AA-B90E-CED29786DF71}" type="presOf" srcId="{FD3DECDC-256C-43E1-9405-06750EAE33D5}" destId="{4DC84BCB-4CB6-40E1-A931-BD2E0A1B12BD}" srcOrd="0" destOrd="0" presId="urn:microsoft.com/office/officeart/2024/layout/BulletTimelineInverted"/>
    <dgm:cxn modelId="{BAAD6C95-9A64-4EC3-85AE-F801B333727D}" srcId="{57A3C614-4F41-483C-BCAA-0CF8634D1792}" destId="{910AE6BE-CF37-4911-BA82-27E979B2EBC8}" srcOrd="8" destOrd="0" parTransId="{95400A76-3A4D-4F81-8753-AF7CD6572168}" sibTransId="{8E7CBA2C-60B9-4499-BFE5-40B09763AC57}"/>
    <dgm:cxn modelId="{957801A9-331B-4E83-AA22-6C386727A4BC}" type="presOf" srcId="{39AA377E-2AC3-41AB-8ACA-8F30DE800F3A}" destId="{E48F132B-CED8-47D3-B1F4-5129FE929928}" srcOrd="0" destOrd="0" presId="urn:microsoft.com/office/officeart/2024/layout/BulletTimelineInverted"/>
    <dgm:cxn modelId="{A03E64AA-5A73-4DD7-AE24-8EB4A132AC17}" srcId="{57A3C614-4F41-483C-BCAA-0CF8634D1792}" destId="{B46D60BA-CCB2-4DA4-BB68-9886B52F90B1}" srcOrd="1" destOrd="0" parTransId="{CB6796E3-C68F-4A12-B3BA-6B12E3236662}" sibTransId="{862A0AEA-D040-4200-AF62-0D3E4A94C5CC}"/>
    <dgm:cxn modelId="{5F047DAC-A421-4CB9-93E6-FBA398BC2631}" type="presOf" srcId="{08538864-B5FF-4AFC-B931-B8B7AD4DA77F}" destId="{EA75E92B-8188-4415-A3DA-24ED4D8C34FF}" srcOrd="0" destOrd="0" presId="urn:microsoft.com/office/officeart/2024/layout/BulletTimelineInverted"/>
    <dgm:cxn modelId="{7C3903B0-423A-4BA6-91BD-7D9245050AF7}" srcId="{57A3C614-4F41-483C-BCAA-0CF8634D1792}" destId="{86492986-DAEF-4422-9A94-5FC30EC42645}" srcOrd="4" destOrd="0" parTransId="{4AF93360-D2FD-4602-9DF3-E0B4CD4645A0}" sibTransId="{F81851C8-0094-416E-B1EE-CB29985BDF16}"/>
    <dgm:cxn modelId="{7F2C0BB3-A9C0-49C0-BE6D-B5BEA2511FD7}" type="presOf" srcId="{95E6DF71-5605-453E-96ED-CD34AFC1BB89}" destId="{45AC74FE-7874-48D3-B88C-29E5135B6DBF}" srcOrd="0" destOrd="0" presId="urn:microsoft.com/office/officeart/2024/layout/BulletTimelineInverted"/>
    <dgm:cxn modelId="{7884A7C0-4BE2-43E7-A88F-AE3DA10EB113}" type="presOf" srcId="{86492986-DAEF-4422-9A94-5FC30EC42645}" destId="{DB17D3A9-9897-4CA8-9798-F7C5AE6D4E9E}" srcOrd="0" destOrd="0" presId="urn:microsoft.com/office/officeart/2024/layout/BulletTimelineInverted"/>
    <dgm:cxn modelId="{280344C5-B3B7-4785-B326-F2E36199010A}" type="presOf" srcId="{AF89D67A-CCE8-4AD4-957B-EE6E15D88E99}" destId="{AAB27BC9-18BD-4B81-897A-EEA8546AF4F8}" srcOrd="0" destOrd="0" presId="urn:microsoft.com/office/officeart/2024/layout/BulletTimelineInverted"/>
    <dgm:cxn modelId="{23919AC7-826F-41E6-ADD0-52D28B3F80FF}" type="presOf" srcId="{533F7E5B-76BC-4436-AB70-442083CE1E8D}" destId="{AAA72944-88EA-4250-BE1D-140B92F1522C}" srcOrd="0" destOrd="0" presId="urn:microsoft.com/office/officeart/2024/layout/BulletTimelineInverted"/>
    <dgm:cxn modelId="{BB54E9CF-A684-4699-8AC7-AAB4A18CE199}" srcId="{7B0238E1-BE9C-4680-B3AF-D11EE05EDBDC}" destId="{DA4DCA01-4ADA-4EC9-9D12-BFCC950A6592}" srcOrd="0" destOrd="0" parTransId="{7B065101-EAEC-4EB2-AC5C-85DAFA24E462}" sibTransId="{AAE7E803-EA15-43C6-AA73-318F513CD046}"/>
    <dgm:cxn modelId="{3150BDD8-C3C9-4977-BFE1-CADAB51CCC6B}" srcId="{57A3C614-4F41-483C-BCAA-0CF8634D1792}" destId="{087477B7-ADDD-48BE-AA5A-95088EBB47C2}" srcOrd="0" destOrd="0" parTransId="{BC6E827F-39A8-478B-A44A-A3F697F31F9B}" sibTransId="{9664A5F1-64F9-4C7F-8362-E0D2B2475D2E}"/>
    <dgm:cxn modelId="{CABF4CDF-0CD4-4D29-B094-F9146DE246C4}" srcId="{57A3C614-4F41-483C-BCAA-0CF8634D1792}" destId="{255C6E66-E4E8-4FC7-A5E8-C4E1E08A756F}" srcOrd="6" destOrd="0" parTransId="{F581D996-7658-4492-93F0-D36716EB6C9E}" sibTransId="{B742E18B-58BA-49A2-ADA9-1E56AF22C4FC}"/>
    <dgm:cxn modelId="{AD647CE3-7F2A-408F-A38E-0543701FD205}" srcId="{57A3C614-4F41-483C-BCAA-0CF8634D1792}" destId="{FAE1FFED-738B-4329-92B2-E37D347CDB42}" srcOrd="7" destOrd="0" parTransId="{E1BCE57A-5322-4C94-B81D-66FA81BC43BC}" sibTransId="{874BB5E6-17E4-401F-9589-D4046C97ABD2}"/>
    <dgm:cxn modelId="{A7CDF5F0-A24F-42F5-8C1C-0F383F0C0C5B}" srcId="{57A3C614-4F41-483C-BCAA-0CF8634D1792}" destId="{7B0238E1-BE9C-4680-B3AF-D11EE05EDBDC}" srcOrd="3" destOrd="0" parTransId="{531CF584-6AA8-475D-B5B8-8863FDB2772F}" sibTransId="{5D2C6D6C-ADE0-4996-9065-A4CFC51CD367}"/>
    <dgm:cxn modelId="{6CBB64CF-5BD7-4412-B6C6-2BDC98287DDF}" type="presParOf" srcId="{688CB193-180D-4A16-9E79-34D31E413014}" destId="{DD9EC640-4A6E-49B0-946A-E163BC994846}" srcOrd="0" destOrd="0" presId="urn:microsoft.com/office/officeart/2024/layout/BulletTimelineInverted"/>
    <dgm:cxn modelId="{DB41BEFD-1A24-49D8-A997-3228C9283098}" type="presParOf" srcId="{DD9EC640-4A6E-49B0-946A-E163BC994846}" destId="{EE303C98-1FEB-4CDD-91D3-495FF62FA9C2}" srcOrd="0" destOrd="0" presId="urn:microsoft.com/office/officeart/2024/layout/BulletTimelineInverted"/>
    <dgm:cxn modelId="{D3255875-E43E-481D-BBF3-CACF8AA0A3E6}" type="presParOf" srcId="{DD9EC640-4A6E-49B0-946A-E163BC994846}" destId="{D5EC4A5D-91EC-4B7E-90E1-F511DD4EA3FD}" srcOrd="1" destOrd="0" presId="urn:microsoft.com/office/officeart/2024/layout/BulletTimelineInverted"/>
    <dgm:cxn modelId="{E350775F-C700-49ED-9905-F683F665E4BF}" type="presParOf" srcId="{688CB193-180D-4A16-9E79-34D31E413014}" destId="{9427E42A-6039-4BB2-B690-07FCD3D89270}" srcOrd="1" destOrd="0" presId="urn:microsoft.com/office/officeart/2024/layout/BulletTimelineInverted"/>
    <dgm:cxn modelId="{61307E56-352E-4916-97D6-DEDD3D7D8D54}" type="presParOf" srcId="{9427E42A-6039-4BB2-B690-07FCD3D89270}" destId="{E0A90F55-ABCB-4110-90D9-2B4F41BDEAC5}" srcOrd="0" destOrd="0" presId="urn:microsoft.com/office/officeart/2024/layout/BulletTimelineInverted"/>
    <dgm:cxn modelId="{45ACF8FD-7510-4CA5-A083-8A88CA83ED90}" type="presParOf" srcId="{E0A90F55-ABCB-4110-90D9-2B4F41BDEAC5}" destId="{93A230F5-1FAB-4378-963B-A68EBAB5BDB6}" srcOrd="0" destOrd="0" presId="urn:microsoft.com/office/officeart/2024/layout/BulletTimelineInverted"/>
    <dgm:cxn modelId="{694DB633-F9B1-41E8-9F9C-E55945433BAA}" type="presParOf" srcId="{93A230F5-1FAB-4378-963B-A68EBAB5BDB6}" destId="{F18E5A2D-AC76-42CC-96EB-802FAF2BAB43}" srcOrd="0" destOrd="0" presId="urn:microsoft.com/office/officeart/2024/layout/BulletTimelineInverted"/>
    <dgm:cxn modelId="{11B05AB7-6B1E-4B12-BCD5-B9D68DEBF1B7}" type="presParOf" srcId="{93A230F5-1FAB-4378-963B-A68EBAB5BDB6}" destId="{F818CDB7-B85F-4766-A703-9C9325B5DC53}" srcOrd="1" destOrd="0" presId="urn:microsoft.com/office/officeart/2024/layout/BulletTimelineInverted"/>
    <dgm:cxn modelId="{F49737B9-44BC-42EF-8934-D88EAD81655E}" type="presParOf" srcId="{E0A90F55-ABCB-4110-90D9-2B4F41BDEAC5}" destId="{984C84D5-9F2D-4A91-880F-B8A5173040BD}" srcOrd="1" destOrd="0" presId="urn:microsoft.com/office/officeart/2024/layout/BulletTimelineInverted"/>
    <dgm:cxn modelId="{5FB59091-6BBD-4F21-AD27-1882CE28266B}" type="presParOf" srcId="{E0A90F55-ABCB-4110-90D9-2B4F41BDEAC5}" destId="{41129C31-B895-44B8-847C-14078F452FF6}" srcOrd="2" destOrd="0" presId="urn:microsoft.com/office/officeart/2024/layout/BulletTimelineInverted"/>
    <dgm:cxn modelId="{E88A860D-EFB8-4910-8F59-DC347C483213}" type="presParOf" srcId="{E0A90F55-ABCB-4110-90D9-2B4F41BDEAC5}" destId="{D7EE3F2A-B1AE-423E-82E6-6D02FA6BD798}" srcOrd="3" destOrd="0" presId="urn:microsoft.com/office/officeart/2024/layout/BulletTimelineInverted"/>
    <dgm:cxn modelId="{801BA2EB-8481-495D-865A-05B7FD119FD1}" type="presParOf" srcId="{E0A90F55-ABCB-4110-90D9-2B4F41BDEAC5}" destId="{0F17617A-88F7-4CE1-B195-FADEFBF56056}" srcOrd="4" destOrd="0" presId="urn:microsoft.com/office/officeart/2024/layout/BulletTimelineInverted"/>
    <dgm:cxn modelId="{D8071DA3-C2EF-4F07-8D6F-3EDA1F90593F}" type="presParOf" srcId="{0F17617A-88F7-4CE1-B195-FADEFBF56056}" destId="{8B44CF00-09C3-407D-916A-B4522B15D967}" srcOrd="0" destOrd="0" presId="urn:microsoft.com/office/officeart/2024/layout/BulletTimelineInverted"/>
    <dgm:cxn modelId="{B1191F7A-6B3E-4F41-8484-A9047EBBCAEC}" type="presParOf" srcId="{E0A90F55-ABCB-4110-90D9-2B4F41BDEAC5}" destId="{660D9539-E179-4281-B3D0-B12673E9648E}" srcOrd="5" destOrd="0" presId="urn:microsoft.com/office/officeart/2024/layout/BulletTimelineInverted"/>
    <dgm:cxn modelId="{8BF15B1B-463B-4532-B38F-EEBF5981CBD6}" type="presParOf" srcId="{9427E42A-6039-4BB2-B690-07FCD3D89270}" destId="{83A10228-C505-4C88-85D9-9D6DD415909D}" srcOrd="1" destOrd="0" presId="urn:microsoft.com/office/officeart/2024/layout/BulletTimelineInverted"/>
    <dgm:cxn modelId="{8FCFC89C-4CB7-46BB-BFCC-2B20EFF90655}" type="presParOf" srcId="{9427E42A-6039-4BB2-B690-07FCD3D89270}" destId="{EA069CAD-C477-484E-9886-D85C5419B29A}" srcOrd="2" destOrd="0" presId="urn:microsoft.com/office/officeart/2024/layout/BulletTimelineInverted"/>
    <dgm:cxn modelId="{D99D0A60-75F0-45D3-AE3B-E7711A29ADC9}" type="presParOf" srcId="{EA069CAD-C477-484E-9886-D85C5419B29A}" destId="{09233F53-57D7-4122-B0A2-38D22221475F}" srcOrd="0" destOrd="0" presId="urn:microsoft.com/office/officeart/2024/layout/BulletTimelineInverted"/>
    <dgm:cxn modelId="{1B3B1AE1-E067-4133-948E-9B6BFBFB22C2}" type="presParOf" srcId="{09233F53-57D7-4122-B0A2-38D22221475F}" destId="{D911385D-FF5A-40C2-BD7D-DC99B51F7AB7}" srcOrd="0" destOrd="0" presId="urn:microsoft.com/office/officeart/2024/layout/BulletTimelineInverted"/>
    <dgm:cxn modelId="{726CD50E-909C-43D0-912C-7B1C24BA3A02}" type="presParOf" srcId="{09233F53-57D7-4122-B0A2-38D22221475F}" destId="{6490D88E-19CB-4DFF-BCFE-6D35E602735B}" srcOrd="1" destOrd="0" presId="urn:microsoft.com/office/officeart/2024/layout/BulletTimelineInverted"/>
    <dgm:cxn modelId="{33B72735-D609-4C30-809F-E6A1881BE43A}" type="presParOf" srcId="{EA069CAD-C477-484E-9886-D85C5419B29A}" destId="{EA75E92B-8188-4415-A3DA-24ED4D8C34FF}" srcOrd="1" destOrd="0" presId="urn:microsoft.com/office/officeart/2024/layout/BulletTimelineInverted"/>
    <dgm:cxn modelId="{6DE562F1-A97D-4762-B532-3B4C2D216A8C}" type="presParOf" srcId="{EA069CAD-C477-484E-9886-D85C5419B29A}" destId="{DF39B640-58C5-4D7C-AC28-CF6BC58C70E4}" srcOrd="2" destOrd="0" presId="urn:microsoft.com/office/officeart/2024/layout/BulletTimelineInverted"/>
    <dgm:cxn modelId="{2518E8A6-2787-488B-8E40-C01F13B6623E}" type="presParOf" srcId="{EA069CAD-C477-484E-9886-D85C5419B29A}" destId="{01F7A72B-BDDE-4D37-A78A-0C0760B5489A}" srcOrd="3" destOrd="0" presId="urn:microsoft.com/office/officeart/2024/layout/BulletTimelineInverted"/>
    <dgm:cxn modelId="{14ED89C7-36DE-4F4C-8103-426E67DEB612}" type="presParOf" srcId="{EA069CAD-C477-484E-9886-D85C5419B29A}" destId="{D3A7A71E-6A19-4F57-9F61-1AB21DD32D60}" srcOrd="4" destOrd="0" presId="urn:microsoft.com/office/officeart/2024/layout/BulletTimelineInverted"/>
    <dgm:cxn modelId="{090A0389-7EE8-4CBC-BDA0-2E0B4208D0E3}" type="presParOf" srcId="{D3A7A71E-6A19-4F57-9F61-1AB21DD32D60}" destId="{811EC6D6-CAD1-4D98-AC3E-FA3ABF1AD106}" srcOrd="0" destOrd="0" presId="urn:microsoft.com/office/officeart/2024/layout/BulletTimelineInverted"/>
    <dgm:cxn modelId="{DD918089-88EE-4F0B-B8F1-36185C4FD14F}" type="presParOf" srcId="{EA069CAD-C477-484E-9886-D85C5419B29A}" destId="{43AE23F7-E39C-498C-BE1D-4B3097D6EF9E}" srcOrd="5" destOrd="0" presId="urn:microsoft.com/office/officeart/2024/layout/BulletTimelineInverted"/>
    <dgm:cxn modelId="{FD609C6E-1373-4019-9F06-9F018F93A5DB}" type="presParOf" srcId="{9427E42A-6039-4BB2-B690-07FCD3D89270}" destId="{819AE1C7-A339-4E85-88B3-82F201AAF9EE}" srcOrd="3" destOrd="0" presId="urn:microsoft.com/office/officeart/2024/layout/BulletTimelineInverted"/>
    <dgm:cxn modelId="{49702A3B-122A-48DD-8ED1-1BB466028ECA}" type="presParOf" srcId="{9427E42A-6039-4BB2-B690-07FCD3D89270}" destId="{5018D2B4-11FA-44A5-82A1-09EBBBFA205D}" srcOrd="4" destOrd="0" presId="urn:microsoft.com/office/officeart/2024/layout/BulletTimelineInverted"/>
    <dgm:cxn modelId="{34F74473-A7DF-4D9B-8E01-28E32F4F42E1}" type="presParOf" srcId="{5018D2B4-11FA-44A5-82A1-09EBBBFA205D}" destId="{4F622A68-1764-4A98-9ED7-5B4F7A1C5679}" srcOrd="0" destOrd="0" presId="urn:microsoft.com/office/officeart/2024/layout/BulletTimelineInverted"/>
    <dgm:cxn modelId="{F6D81915-230C-4126-BF1F-437828C54BF3}" type="presParOf" srcId="{4F622A68-1764-4A98-9ED7-5B4F7A1C5679}" destId="{45212031-21A8-4200-A2E9-6397EC8BA979}" srcOrd="0" destOrd="0" presId="urn:microsoft.com/office/officeart/2024/layout/BulletTimelineInverted"/>
    <dgm:cxn modelId="{30C2BFAD-EEE2-497D-A1E2-7CC09ADB1480}" type="presParOf" srcId="{4F622A68-1764-4A98-9ED7-5B4F7A1C5679}" destId="{43217880-5282-4C8C-A40B-21D9A2180AFC}" srcOrd="1" destOrd="0" presId="urn:microsoft.com/office/officeart/2024/layout/BulletTimelineInverted"/>
    <dgm:cxn modelId="{BC16354E-79B7-4104-BE4C-231C87B6E2E5}" type="presParOf" srcId="{5018D2B4-11FA-44A5-82A1-09EBBBFA205D}" destId="{A0333E2C-6DD1-42DA-9991-C93D9316525D}" srcOrd="1" destOrd="0" presId="urn:microsoft.com/office/officeart/2024/layout/BulletTimelineInverted"/>
    <dgm:cxn modelId="{231ED7E7-CA84-4A4C-A24F-98524F3D91DE}" type="presParOf" srcId="{5018D2B4-11FA-44A5-82A1-09EBBBFA205D}" destId="{E48F132B-CED8-47D3-B1F4-5129FE929928}" srcOrd="2" destOrd="0" presId="urn:microsoft.com/office/officeart/2024/layout/BulletTimelineInverted"/>
    <dgm:cxn modelId="{0781EA0F-5F45-4133-AF24-D17307E07578}" type="presParOf" srcId="{5018D2B4-11FA-44A5-82A1-09EBBBFA205D}" destId="{C8EEB7D3-3CF6-4A28-AA87-996E5A8462B1}" srcOrd="3" destOrd="0" presId="urn:microsoft.com/office/officeart/2024/layout/BulletTimelineInverted"/>
    <dgm:cxn modelId="{0AC6EB49-5777-4C03-8ADC-B414045221DE}" type="presParOf" srcId="{5018D2B4-11FA-44A5-82A1-09EBBBFA205D}" destId="{2788DBDF-3C36-43F0-A760-F86694FDFBDA}" srcOrd="4" destOrd="0" presId="urn:microsoft.com/office/officeart/2024/layout/BulletTimelineInverted"/>
    <dgm:cxn modelId="{2F93CB93-F856-4B5F-8F12-D240F1FB765F}" type="presParOf" srcId="{2788DBDF-3C36-43F0-A760-F86694FDFBDA}" destId="{76C9DB79-E0A1-43DB-8F6C-419A97113CFB}" srcOrd="0" destOrd="0" presId="urn:microsoft.com/office/officeart/2024/layout/BulletTimelineInverted"/>
    <dgm:cxn modelId="{C8DA9FAE-78CA-48A6-BC3C-B6A36D02EAF0}" type="presParOf" srcId="{5018D2B4-11FA-44A5-82A1-09EBBBFA205D}" destId="{60216457-547B-448E-9E38-9298849A2FFB}" srcOrd="5" destOrd="0" presId="urn:microsoft.com/office/officeart/2024/layout/BulletTimelineInverted"/>
    <dgm:cxn modelId="{D5A676A7-1500-4125-87D2-B3E3DC1AADA3}" type="presParOf" srcId="{9427E42A-6039-4BB2-B690-07FCD3D89270}" destId="{9511870D-837D-4CF1-B267-E6BCF15E4297}" srcOrd="5" destOrd="0" presId="urn:microsoft.com/office/officeart/2024/layout/BulletTimelineInverted"/>
    <dgm:cxn modelId="{8A8FF16E-7B77-45BF-9963-D6AF72F29368}" type="presParOf" srcId="{9427E42A-6039-4BB2-B690-07FCD3D89270}" destId="{9F26652A-2806-489D-B1F2-3EF9FE7654AB}" srcOrd="6" destOrd="0" presId="urn:microsoft.com/office/officeart/2024/layout/BulletTimelineInverted"/>
    <dgm:cxn modelId="{022B8E88-BF04-4AF0-9A25-88F56683E28D}" type="presParOf" srcId="{9F26652A-2806-489D-B1F2-3EF9FE7654AB}" destId="{9EE9D3D7-AAD6-4901-BE69-62BB7377ECB5}" srcOrd="0" destOrd="0" presId="urn:microsoft.com/office/officeart/2024/layout/BulletTimelineInverted"/>
    <dgm:cxn modelId="{6355DA14-BC87-43F4-8884-1C43418AFDB5}" type="presParOf" srcId="{9EE9D3D7-AAD6-4901-BE69-62BB7377ECB5}" destId="{CCFB3523-2323-4CF0-BCC3-1C4D68FE221B}" srcOrd="0" destOrd="0" presId="urn:microsoft.com/office/officeart/2024/layout/BulletTimelineInverted"/>
    <dgm:cxn modelId="{577D6CB8-6F34-4F3E-81D2-7B7E4E68C202}" type="presParOf" srcId="{9EE9D3D7-AAD6-4901-BE69-62BB7377ECB5}" destId="{B3DA7092-E943-4654-87D7-C242DBCA72E0}" srcOrd="1" destOrd="0" presId="urn:microsoft.com/office/officeart/2024/layout/BulletTimelineInverted"/>
    <dgm:cxn modelId="{14629E92-EE25-48F6-B30A-D53F3875D401}" type="presParOf" srcId="{9F26652A-2806-489D-B1F2-3EF9FE7654AB}" destId="{5E11F032-38D0-48EA-A222-78812ACE3ACB}" srcOrd="1" destOrd="0" presId="urn:microsoft.com/office/officeart/2024/layout/BulletTimelineInverted"/>
    <dgm:cxn modelId="{DCD613F8-1CC5-4644-9F19-1565E9D0231F}" type="presParOf" srcId="{9F26652A-2806-489D-B1F2-3EF9FE7654AB}" destId="{18CA55CF-9142-4241-940E-6201B3482971}" srcOrd="2" destOrd="0" presId="urn:microsoft.com/office/officeart/2024/layout/BulletTimelineInverted"/>
    <dgm:cxn modelId="{8737024F-504E-4910-AD2F-E3BECC65B7DF}" type="presParOf" srcId="{9F26652A-2806-489D-B1F2-3EF9FE7654AB}" destId="{27919922-96E6-4510-97A8-55CBE6D5D563}" srcOrd="3" destOrd="0" presId="urn:microsoft.com/office/officeart/2024/layout/BulletTimelineInverted"/>
    <dgm:cxn modelId="{0FEB9250-BA30-4302-A799-C9582850F2BA}" type="presParOf" srcId="{9F26652A-2806-489D-B1F2-3EF9FE7654AB}" destId="{ECDEC843-F8FB-4F85-8E42-0B3B6080A1E6}" srcOrd="4" destOrd="0" presId="urn:microsoft.com/office/officeart/2024/layout/BulletTimelineInverted"/>
    <dgm:cxn modelId="{408D66EF-8EA2-458C-9ACA-90EFBD519F1A}" type="presParOf" srcId="{ECDEC843-F8FB-4F85-8E42-0B3B6080A1E6}" destId="{91A00A6C-DEDC-474A-987B-08C10B16F033}" srcOrd="0" destOrd="0" presId="urn:microsoft.com/office/officeart/2024/layout/BulletTimelineInverted"/>
    <dgm:cxn modelId="{0B0922B2-382A-45D5-B0BF-1A623E7D6339}" type="presParOf" srcId="{9F26652A-2806-489D-B1F2-3EF9FE7654AB}" destId="{19305816-4B24-48AE-A6DB-7F088D0EC8D3}" srcOrd="5" destOrd="0" presId="urn:microsoft.com/office/officeart/2024/layout/BulletTimelineInverted"/>
    <dgm:cxn modelId="{24C2693F-69B1-4063-9CDA-EFDFC7E04022}" type="presParOf" srcId="{9427E42A-6039-4BB2-B690-07FCD3D89270}" destId="{3C899EA1-0B0F-48CE-B0BC-480A149EE10F}" srcOrd="7" destOrd="0" presId="urn:microsoft.com/office/officeart/2024/layout/BulletTimelineInverted"/>
    <dgm:cxn modelId="{073D182D-A9B0-4329-8E98-3DD7C398DF35}" type="presParOf" srcId="{9427E42A-6039-4BB2-B690-07FCD3D89270}" destId="{95635A39-0243-41C5-B470-5FCA5FEBB939}" srcOrd="8" destOrd="0" presId="urn:microsoft.com/office/officeart/2024/layout/BulletTimelineInverted"/>
    <dgm:cxn modelId="{A8D76585-6B5C-41BA-93B9-EE3A7A4CB76A}" type="presParOf" srcId="{95635A39-0243-41C5-B470-5FCA5FEBB939}" destId="{192870DE-2D93-4BFB-9E69-85B1552345BD}" srcOrd="0" destOrd="0" presId="urn:microsoft.com/office/officeart/2024/layout/BulletTimelineInverted"/>
    <dgm:cxn modelId="{CC490860-6F3E-4B89-8CE1-A0807F40D085}" type="presParOf" srcId="{192870DE-2D93-4BFB-9E69-85B1552345BD}" destId="{C8A068EE-AFCF-477F-A3BD-EA0EEC810F76}" srcOrd="0" destOrd="0" presId="urn:microsoft.com/office/officeart/2024/layout/BulletTimelineInverted"/>
    <dgm:cxn modelId="{2EF12411-C362-4546-AD30-9BF9D2CFC17E}" type="presParOf" srcId="{192870DE-2D93-4BFB-9E69-85B1552345BD}" destId="{D9B3E2D2-4F49-4E40-8373-ED8A31226DEB}" srcOrd="1" destOrd="0" presId="urn:microsoft.com/office/officeart/2024/layout/BulletTimelineInverted"/>
    <dgm:cxn modelId="{A662B96C-5BB4-46DD-961A-FD82E7EEB057}" type="presParOf" srcId="{95635A39-0243-41C5-B470-5FCA5FEBB939}" destId="{AAA72944-88EA-4250-BE1D-140B92F1522C}" srcOrd="1" destOrd="0" presId="urn:microsoft.com/office/officeart/2024/layout/BulletTimelineInverted"/>
    <dgm:cxn modelId="{51A1D3C9-FB7F-4E4C-A0B5-3D44B15E70F8}" type="presParOf" srcId="{95635A39-0243-41C5-B470-5FCA5FEBB939}" destId="{DB17D3A9-9897-4CA8-9798-F7C5AE6D4E9E}" srcOrd="2" destOrd="0" presId="urn:microsoft.com/office/officeart/2024/layout/BulletTimelineInverted"/>
    <dgm:cxn modelId="{12D76684-0AD9-4AE0-8AFA-D919FD68C86A}" type="presParOf" srcId="{95635A39-0243-41C5-B470-5FCA5FEBB939}" destId="{2D23569A-B050-4847-9285-5282337BFB0A}" srcOrd="3" destOrd="0" presId="urn:microsoft.com/office/officeart/2024/layout/BulletTimelineInverted"/>
    <dgm:cxn modelId="{3295FC0B-D61E-417E-808B-B3E970ED032D}" type="presParOf" srcId="{95635A39-0243-41C5-B470-5FCA5FEBB939}" destId="{853D4D42-1EA8-4CE9-AD84-43297538ED36}" srcOrd="4" destOrd="0" presId="urn:microsoft.com/office/officeart/2024/layout/BulletTimelineInverted"/>
    <dgm:cxn modelId="{D90DCEF7-CD62-44B6-8DF7-7C31305EA536}" type="presParOf" srcId="{853D4D42-1EA8-4CE9-AD84-43297538ED36}" destId="{AD72F89F-93D9-40D6-A9B1-6BDB481B5467}" srcOrd="0" destOrd="0" presId="urn:microsoft.com/office/officeart/2024/layout/BulletTimelineInverted"/>
    <dgm:cxn modelId="{67DBF42D-C91A-4A09-8EA6-A7FAEB9E9546}" type="presParOf" srcId="{95635A39-0243-41C5-B470-5FCA5FEBB939}" destId="{BEB1BCD7-9384-4161-95D0-14B7F9EBC3F4}" srcOrd="5" destOrd="0" presId="urn:microsoft.com/office/officeart/2024/layout/BulletTimelineInverted"/>
    <dgm:cxn modelId="{F101F9A1-1424-48D8-90AB-2937EAAD89D9}" type="presParOf" srcId="{9427E42A-6039-4BB2-B690-07FCD3D89270}" destId="{78CEB4EE-7E0E-4583-B76C-1EDEEAADFCA7}" srcOrd="9" destOrd="0" presId="urn:microsoft.com/office/officeart/2024/layout/BulletTimelineInverted"/>
    <dgm:cxn modelId="{49A2E246-D04B-439A-B346-761A45A9E872}" type="presParOf" srcId="{9427E42A-6039-4BB2-B690-07FCD3D89270}" destId="{B4E55BD8-3A3F-4429-A81B-309BA4DD5939}" srcOrd="10" destOrd="0" presId="urn:microsoft.com/office/officeart/2024/layout/BulletTimelineInverted"/>
    <dgm:cxn modelId="{A4C14056-C742-4B55-9720-BE08F888BB50}" type="presParOf" srcId="{B4E55BD8-3A3F-4429-A81B-309BA4DD5939}" destId="{191A7D6F-AAB6-4A08-AF1B-750F0EB5D65B}" srcOrd="0" destOrd="0" presId="urn:microsoft.com/office/officeart/2024/layout/BulletTimelineInverted"/>
    <dgm:cxn modelId="{13C1C5F3-652B-40FB-92FC-F2E747865013}" type="presParOf" srcId="{191A7D6F-AAB6-4A08-AF1B-750F0EB5D65B}" destId="{A500E881-87E0-492B-804C-98E93E869EAF}" srcOrd="0" destOrd="0" presId="urn:microsoft.com/office/officeart/2024/layout/BulletTimelineInverted"/>
    <dgm:cxn modelId="{002CDD93-15F3-49D8-B38A-AE3809B0C72C}" type="presParOf" srcId="{191A7D6F-AAB6-4A08-AF1B-750F0EB5D65B}" destId="{AEBBEDA6-E3CE-4585-AA2E-34ACCBEB7B3F}" srcOrd="1" destOrd="0" presId="urn:microsoft.com/office/officeart/2024/layout/BulletTimelineInverted"/>
    <dgm:cxn modelId="{431E08CB-1721-454A-BDAB-0A349853ADCF}" type="presParOf" srcId="{B4E55BD8-3A3F-4429-A81B-309BA4DD5939}" destId="{AAB27BC9-18BD-4B81-897A-EEA8546AF4F8}" srcOrd="1" destOrd="0" presId="urn:microsoft.com/office/officeart/2024/layout/BulletTimelineInverted"/>
    <dgm:cxn modelId="{40E5DD2D-9CD6-43C5-8839-7CA4CC5E9A8E}" type="presParOf" srcId="{B4E55BD8-3A3F-4429-A81B-309BA4DD5939}" destId="{45AC74FE-7874-48D3-B88C-29E5135B6DBF}" srcOrd="2" destOrd="0" presId="urn:microsoft.com/office/officeart/2024/layout/BulletTimelineInverted"/>
    <dgm:cxn modelId="{3307F126-EBCE-4580-A852-2A538787B25A}" type="presParOf" srcId="{B4E55BD8-3A3F-4429-A81B-309BA4DD5939}" destId="{3B48C895-7052-4204-86B7-B03899013FDB}" srcOrd="3" destOrd="0" presId="urn:microsoft.com/office/officeart/2024/layout/BulletTimelineInverted"/>
    <dgm:cxn modelId="{84B65FDE-A411-475F-B9E7-BD48E74CC030}" type="presParOf" srcId="{B4E55BD8-3A3F-4429-A81B-309BA4DD5939}" destId="{708B7783-6CE6-4AC6-B6AD-6A7CD8B2BDBD}" srcOrd="4" destOrd="0" presId="urn:microsoft.com/office/officeart/2024/layout/BulletTimelineInverted"/>
    <dgm:cxn modelId="{5E2EDFB5-72E1-49AE-A012-D8E91E184706}" type="presParOf" srcId="{708B7783-6CE6-4AC6-B6AD-6A7CD8B2BDBD}" destId="{67504F82-2C41-4F6A-9F1C-27FA0C3A33E6}" srcOrd="0" destOrd="0" presId="urn:microsoft.com/office/officeart/2024/layout/BulletTimelineInverted"/>
    <dgm:cxn modelId="{0F1AC3C6-3945-44E2-AD8B-3947C6584FAF}" type="presParOf" srcId="{B4E55BD8-3A3F-4429-A81B-309BA4DD5939}" destId="{C778E483-607E-4DE2-A075-4510E83DFF1A}" srcOrd="5" destOrd="0" presId="urn:microsoft.com/office/officeart/2024/layout/BulletTimelineInverted"/>
    <dgm:cxn modelId="{26F97680-8DE2-4A66-8305-A9087673D607}" type="presParOf" srcId="{9427E42A-6039-4BB2-B690-07FCD3D89270}" destId="{B7170ACF-B7A0-4539-A51C-DF8F1E38C379}" srcOrd="11" destOrd="0" presId="urn:microsoft.com/office/officeart/2024/layout/BulletTimelineInverted"/>
    <dgm:cxn modelId="{A95A675E-2E2B-4797-B020-6370F6D7F92E}" type="presParOf" srcId="{9427E42A-6039-4BB2-B690-07FCD3D89270}" destId="{106FA73B-EAC7-44B9-B8B8-B28E703421AD}" srcOrd="12" destOrd="0" presId="urn:microsoft.com/office/officeart/2024/layout/BulletTimelineInverted"/>
    <dgm:cxn modelId="{04F29FC3-5928-441C-A013-E66F1871887E}" type="presParOf" srcId="{106FA73B-EAC7-44B9-B8B8-B28E703421AD}" destId="{656D3644-6C0E-40B0-BA53-158EBDA44613}" srcOrd="0" destOrd="0" presId="urn:microsoft.com/office/officeart/2024/layout/BulletTimelineInverted"/>
    <dgm:cxn modelId="{2B6EC30A-0500-4409-A1D4-8E3CEB2B2E30}" type="presParOf" srcId="{656D3644-6C0E-40B0-BA53-158EBDA44613}" destId="{D87BFD33-D804-4AB5-A7D2-83228C1C0A64}" srcOrd="0" destOrd="0" presId="urn:microsoft.com/office/officeart/2024/layout/BulletTimelineInverted"/>
    <dgm:cxn modelId="{E74FE361-5BEB-49B0-9E14-78300902C60F}" type="presParOf" srcId="{656D3644-6C0E-40B0-BA53-158EBDA44613}" destId="{2BDF84CC-7357-4568-9814-4F74C3B06DF5}" srcOrd="1" destOrd="0" presId="urn:microsoft.com/office/officeart/2024/layout/BulletTimelineInverted"/>
    <dgm:cxn modelId="{5FC8A087-E25D-454D-93B8-92447B1D649E}" type="presParOf" srcId="{106FA73B-EAC7-44B9-B8B8-B28E703421AD}" destId="{4DC84BCB-4CB6-40E1-A931-BD2E0A1B12BD}" srcOrd="1" destOrd="0" presId="urn:microsoft.com/office/officeart/2024/layout/BulletTimelineInverted"/>
    <dgm:cxn modelId="{B8DD9CA7-1747-45F0-BA5F-81C5B74740F8}" type="presParOf" srcId="{106FA73B-EAC7-44B9-B8B8-B28E703421AD}" destId="{3284CBCE-11A3-4B33-A6E4-F32CE2C728B3}" srcOrd="2" destOrd="0" presId="urn:microsoft.com/office/officeart/2024/layout/BulletTimelineInverted"/>
    <dgm:cxn modelId="{67D5C8E1-4497-44E3-A80A-9018A81F8083}" type="presParOf" srcId="{106FA73B-EAC7-44B9-B8B8-B28E703421AD}" destId="{25F8A763-C24B-4DFF-BC4D-FB2109C5EE97}" srcOrd="3" destOrd="0" presId="urn:microsoft.com/office/officeart/2024/layout/BulletTimelineInverted"/>
    <dgm:cxn modelId="{485E26A7-3955-4767-AE2C-5B8876FFD6C5}" type="presParOf" srcId="{106FA73B-EAC7-44B9-B8B8-B28E703421AD}" destId="{5E4673D5-056B-4555-9EAF-8EF69CD975FF}" srcOrd="4" destOrd="0" presId="urn:microsoft.com/office/officeart/2024/layout/BulletTimelineInverted"/>
    <dgm:cxn modelId="{94D3D528-AD12-4510-B6F2-555D73E63C46}" type="presParOf" srcId="{5E4673D5-056B-4555-9EAF-8EF69CD975FF}" destId="{156F8D92-62AC-4305-B749-4571DB49BC48}" srcOrd="0" destOrd="0" presId="urn:microsoft.com/office/officeart/2024/layout/BulletTimelineInverted"/>
    <dgm:cxn modelId="{E4A888E2-D975-475F-B237-9530384C0F3E}" type="presParOf" srcId="{106FA73B-EAC7-44B9-B8B8-B28E703421AD}" destId="{3D225B80-8E3D-4887-BF07-6875432BF873}" srcOrd="5" destOrd="0" presId="urn:microsoft.com/office/officeart/2024/layout/BulletTimelineInverted"/>
    <dgm:cxn modelId="{517406A8-2D9D-4D93-8561-061397FD79D0}" type="presParOf" srcId="{9427E42A-6039-4BB2-B690-07FCD3D89270}" destId="{AFB05421-9E29-47F6-A90D-82EBFE801E4B}" srcOrd="13" destOrd="0" presId="urn:microsoft.com/office/officeart/2024/layout/BulletTimelineInverted"/>
    <dgm:cxn modelId="{F4F0DCA9-47F5-4CC9-BF8D-605DE7EDDC79}" type="presParOf" srcId="{9427E42A-6039-4BB2-B690-07FCD3D89270}" destId="{43340FDD-793F-44E3-A5CC-000876B3EC5D}" srcOrd="14" destOrd="0" presId="urn:microsoft.com/office/officeart/2024/layout/BulletTimelineInverted"/>
    <dgm:cxn modelId="{E36E1C3B-7169-4123-84C6-2CADB2984046}" type="presParOf" srcId="{43340FDD-793F-44E3-A5CC-000876B3EC5D}" destId="{61BA007B-B6C0-40DE-99DE-3E7003E2F1F8}" srcOrd="0" destOrd="0" presId="urn:microsoft.com/office/officeart/2024/layout/BulletTimelineInverted"/>
    <dgm:cxn modelId="{217352E7-4A84-4D05-9063-6D6D53AD9896}" type="presParOf" srcId="{61BA007B-B6C0-40DE-99DE-3E7003E2F1F8}" destId="{CF61DD8F-AC30-4198-BCED-3C90A15BDF02}" srcOrd="0" destOrd="0" presId="urn:microsoft.com/office/officeart/2024/layout/BulletTimelineInverted"/>
    <dgm:cxn modelId="{315715D2-C588-454A-97F8-25F60F046ECE}" type="presParOf" srcId="{61BA007B-B6C0-40DE-99DE-3E7003E2F1F8}" destId="{93810D63-DE0A-45B5-9750-25385E90AD8B}" srcOrd="1" destOrd="0" presId="urn:microsoft.com/office/officeart/2024/layout/BulletTimelineInverted"/>
    <dgm:cxn modelId="{5E9E3028-5E39-40E9-AA6B-33AEA2484805}" type="presParOf" srcId="{43340FDD-793F-44E3-A5CC-000876B3EC5D}" destId="{F38B5EDF-7EA0-4D7A-8237-C6BC1E1F11A0}" srcOrd="1" destOrd="0" presId="urn:microsoft.com/office/officeart/2024/layout/BulletTimelineInverted"/>
    <dgm:cxn modelId="{D5CA5C2A-9EBE-4334-8CEB-337D3A5BEC90}" type="presParOf" srcId="{43340FDD-793F-44E3-A5CC-000876B3EC5D}" destId="{6D5EA697-B982-46F7-A4E7-99064CECBB12}" srcOrd="2" destOrd="0" presId="urn:microsoft.com/office/officeart/2024/layout/BulletTimelineInverted"/>
    <dgm:cxn modelId="{591AC0F6-B480-4B99-B281-38C8D8200C14}" type="presParOf" srcId="{43340FDD-793F-44E3-A5CC-000876B3EC5D}" destId="{3F2A1C96-211A-4B04-B587-EF785B4A53A5}" srcOrd="3" destOrd="0" presId="urn:microsoft.com/office/officeart/2024/layout/BulletTimelineInverted"/>
    <dgm:cxn modelId="{502E6FEB-75E3-4A6D-AA22-F8E6C8F7A39F}" type="presParOf" srcId="{43340FDD-793F-44E3-A5CC-000876B3EC5D}" destId="{AB20F56E-CCD4-4E4C-B395-766B579AF318}" srcOrd="4" destOrd="0" presId="urn:microsoft.com/office/officeart/2024/layout/BulletTimelineInverted"/>
    <dgm:cxn modelId="{4BD5558D-B667-45CB-86CC-9A3ECB8296E1}" type="presParOf" srcId="{AB20F56E-CCD4-4E4C-B395-766B579AF318}" destId="{C0CA66BD-A650-40A5-8DEE-26E9B83766C6}" srcOrd="0" destOrd="0" presId="urn:microsoft.com/office/officeart/2024/layout/BulletTimelineInverted"/>
    <dgm:cxn modelId="{34E88012-5F6B-4232-985B-B58E74B3A837}" type="presParOf" srcId="{43340FDD-793F-44E3-A5CC-000876B3EC5D}" destId="{2154CBE9-BE7B-49F4-8ADE-9374B6B9411E}" srcOrd="5" destOrd="0" presId="urn:microsoft.com/office/officeart/2024/layout/BulletTimelineInverted"/>
    <dgm:cxn modelId="{F3410C21-4AF0-4BF4-B668-E9AC7E616ED0}" type="presParOf" srcId="{9427E42A-6039-4BB2-B690-07FCD3D89270}" destId="{5177E079-3424-4922-BE0C-B5890B36253C}" srcOrd="15" destOrd="0" presId="urn:microsoft.com/office/officeart/2024/layout/BulletTimelineInverted"/>
    <dgm:cxn modelId="{AAC96D73-976A-4BFE-98E0-FAD245D82153}" type="presParOf" srcId="{9427E42A-6039-4BB2-B690-07FCD3D89270}" destId="{A458E33F-87B4-4054-B005-7B0C3E60DD72}" srcOrd="16" destOrd="0" presId="urn:microsoft.com/office/officeart/2024/layout/BulletTimelineInverted"/>
    <dgm:cxn modelId="{97A586B9-8797-4499-9E1B-5E628F1E46EC}" type="presParOf" srcId="{A458E33F-87B4-4054-B005-7B0C3E60DD72}" destId="{0C9F5E11-2B3A-483E-B35A-9CC7AF1066EB}" srcOrd="0" destOrd="0" presId="urn:microsoft.com/office/officeart/2024/layout/BulletTimelineInverted"/>
    <dgm:cxn modelId="{1EAD2048-DD08-4691-83B1-71FB14914F21}" type="presParOf" srcId="{0C9F5E11-2B3A-483E-B35A-9CC7AF1066EB}" destId="{FD5D5106-8A3F-4884-B6AE-83655927DA97}" srcOrd="0" destOrd="0" presId="urn:microsoft.com/office/officeart/2024/layout/BulletTimelineInverted"/>
    <dgm:cxn modelId="{960FCCB0-D554-4F24-AE07-DDC2E568443B}" type="presParOf" srcId="{0C9F5E11-2B3A-483E-B35A-9CC7AF1066EB}" destId="{65970B98-BA9E-4AE2-815C-D15CE8410FD0}" srcOrd="1" destOrd="0" presId="urn:microsoft.com/office/officeart/2024/layout/BulletTimelineInverted"/>
    <dgm:cxn modelId="{FEB9D198-2EC6-457F-AEAE-4E491844D359}" type="presParOf" srcId="{A458E33F-87B4-4054-B005-7B0C3E60DD72}" destId="{4E1E5DCD-7536-4801-9230-1D141B04D716}" srcOrd="1" destOrd="0" presId="urn:microsoft.com/office/officeart/2024/layout/BulletTimelineInverted"/>
    <dgm:cxn modelId="{8CB61EA0-217C-45DD-92D7-C651277C6AA8}" type="presParOf" srcId="{A458E33F-87B4-4054-B005-7B0C3E60DD72}" destId="{6FF20EB0-37BB-4A1F-A198-155B6D767432}" srcOrd="2" destOrd="0" presId="urn:microsoft.com/office/officeart/2024/layout/BulletTimelineInverted"/>
    <dgm:cxn modelId="{3F7060F8-47D5-44AA-BD53-45C961D987F6}" type="presParOf" srcId="{A458E33F-87B4-4054-B005-7B0C3E60DD72}" destId="{D8E05F15-89BB-4190-B2AF-8DFE1475EB77}" srcOrd="3" destOrd="0" presId="urn:microsoft.com/office/officeart/2024/layout/BulletTimelineInverted"/>
    <dgm:cxn modelId="{1AFCB496-BD11-462B-93B9-AC38E9D9B8A5}" type="presParOf" srcId="{A458E33F-87B4-4054-B005-7B0C3E60DD72}" destId="{67CA45EE-5A63-496C-A4B0-BDD5E49B3940}" srcOrd="4" destOrd="0" presId="urn:microsoft.com/office/officeart/2024/layout/BulletTimelineInverted"/>
    <dgm:cxn modelId="{896E2BA1-4D8B-407A-9C64-CE23A40A22FB}" type="presParOf" srcId="{67CA45EE-5A63-496C-A4B0-BDD5E49B3940}" destId="{6359CA02-881B-4C1B-A148-CDD0C3C1D421}" srcOrd="0" destOrd="0" presId="urn:microsoft.com/office/officeart/2024/layout/BulletTimelineInverted"/>
    <dgm:cxn modelId="{D0201C06-9B32-4950-A9DA-BD7C77AA7A25}" type="presParOf" srcId="{A458E33F-87B4-4054-B005-7B0C3E60DD72}" destId="{480FF9F7-29BD-4496-AD41-648D043C8F24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8DA4EB-82AB-42F8-A5EF-328C5B8F6EB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04B16C-37B6-406C-ACB6-BFBAD06DC0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dirty="0"/>
            <a:t>Liste et coût des différentes catégories du </a:t>
          </a:r>
          <a:r>
            <a:rPr lang="fr-FR"/>
            <a:t>devis </a:t>
          </a:r>
          <a:endParaRPr lang="en-US" dirty="0"/>
        </a:p>
      </dgm:t>
    </dgm:pt>
    <dgm:pt modelId="{DDC9E62C-DD01-4C3B-B5C1-0ACFBBC28466}" type="parTrans" cxnId="{4B614A27-FCBB-4D77-AC49-804E6F13A442}">
      <dgm:prSet/>
      <dgm:spPr/>
      <dgm:t>
        <a:bodyPr/>
        <a:lstStyle/>
        <a:p>
          <a:endParaRPr lang="en-US"/>
        </a:p>
      </dgm:t>
    </dgm:pt>
    <dgm:pt modelId="{679D69C6-CFF2-47EC-883D-B3E2A576B4B4}" type="sibTrans" cxnId="{4B614A27-FCBB-4D77-AC49-804E6F13A442}">
      <dgm:prSet/>
      <dgm:spPr/>
      <dgm:t>
        <a:bodyPr/>
        <a:lstStyle/>
        <a:p>
          <a:endParaRPr lang="en-US"/>
        </a:p>
      </dgm:t>
    </dgm:pt>
    <dgm:pt modelId="{DF79A968-25B0-464F-9333-F2530CE2AC1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Achat matériel : 0 euros</a:t>
          </a:r>
          <a:endParaRPr lang="en-US" dirty="0"/>
        </a:p>
      </dgm:t>
    </dgm:pt>
    <dgm:pt modelId="{FFB50DFC-19FF-4991-BABC-AD7D81D11765}" type="parTrans" cxnId="{4F009E28-FBA9-4ECD-A500-6BAF459AEB14}">
      <dgm:prSet/>
      <dgm:spPr/>
      <dgm:t>
        <a:bodyPr/>
        <a:lstStyle/>
        <a:p>
          <a:endParaRPr lang="en-US"/>
        </a:p>
      </dgm:t>
    </dgm:pt>
    <dgm:pt modelId="{F278B900-80BA-4C47-B32C-21CC920E6A18}" type="sibTrans" cxnId="{4F009E28-FBA9-4ECD-A500-6BAF459AEB14}">
      <dgm:prSet/>
      <dgm:spPr/>
      <dgm:t>
        <a:bodyPr/>
        <a:lstStyle/>
        <a:p>
          <a:endParaRPr lang="en-US"/>
        </a:p>
      </dgm:t>
    </dgm:pt>
    <dgm:pt modelId="{051A12BB-9E03-48CC-809B-B17B6366B0E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Achat immatériel : 0 euros</a:t>
          </a:r>
          <a:endParaRPr lang="en-US"/>
        </a:p>
      </dgm:t>
    </dgm:pt>
    <dgm:pt modelId="{06166B49-40F2-4945-950C-1C7C120AF553}" type="parTrans" cxnId="{A9C7F2CD-7EE2-4D97-94B1-1C8512501308}">
      <dgm:prSet/>
      <dgm:spPr/>
      <dgm:t>
        <a:bodyPr/>
        <a:lstStyle/>
        <a:p>
          <a:endParaRPr lang="en-US"/>
        </a:p>
      </dgm:t>
    </dgm:pt>
    <dgm:pt modelId="{FA63CD31-1EEE-44B9-9BBF-E2BA0314CA75}" type="sibTrans" cxnId="{A9C7F2CD-7EE2-4D97-94B1-1C8512501308}">
      <dgm:prSet/>
      <dgm:spPr/>
      <dgm:t>
        <a:bodyPr/>
        <a:lstStyle/>
        <a:p>
          <a:endParaRPr lang="en-US"/>
        </a:p>
      </dgm:t>
    </dgm:pt>
    <dgm:pt modelId="{A579CEF5-1347-496B-A5D1-19101FA5E7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/>
            <a:t>Prix final = 0 euros</a:t>
          </a:r>
          <a:endParaRPr lang="en-US"/>
        </a:p>
      </dgm:t>
    </dgm:pt>
    <dgm:pt modelId="{14398C9A-3905-4E9E-9493-A39CF3B5F2C1}" type="parTrans" cxnId="{5BE1B376-C11A-4321-A310-51B24414696C}">
      <dgm:prSet/>
      <dgm:spPr/>
      <dgm:t>
        <a:bodyPr/>
        <a:lstStyle/>
        <a:p>
          <a:endParaRPr lang="en-US"/>
        </a:p>
      </dgm:t>
    </dgm:pt>
    <dgm:pt modelId="{8358BED0-F0BA-4EF1-BCA9-B550E362DCB1}" type="sibTrans" cxnId="{5BE1B376-C11A-4321-A310-51B24414696C}">
      <dgm:prSet/>
      <dgm:spPr/>
      <dgm:t>
        <a:bodyPr/>
        <a:lstStyle/>
        <a:p>
          <a:endParaRPr lang="en-US"/>
        </a:p>
      </dgm:t>
    </dgm:pt>
    <dgm:pt modelId="{4FEAF675-141D-43F0-B72C-989A3B777237}" type="pres">
      <dgm:prSet presAssocID="{FD8DA4EB-82AB-42F8-A5EF-328C5B8F6EBA}" presName="root" presStyleCnt="0">
        <dgm:presLayoutVars>
          <dgm:dir/>
          <dgm:resizeHandles val="exact"/>
        </dgm:presLayoutVars>
      </dgm:prSet>
      <dgm:spPr/>
    </dgm:pt>
    <dgm:pt modelId="{9E373F27-0297-4793-BB60-27BEEF9B5EFA}" type="pres">
      <dgm:prSet presAssocID="{5004B16C-37B6-406C-ACB6-BFBAD06DC070}" presName="compNode" presStyleCnt="0"/>
      <dgm:spPr/>
    </dgm:pt>
    <dgm:pt modelId="{454F5492-7DF8-4D54-B178-5840EB05E531}" type="pres">
      <dgm:prSet presAssocID="{5004B16C-37B6-406C-ACB6-BFBAD06DC07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èces"/>
        </a:ext>
      </dgm:extLst>
    </dgm:pt>
    <dgm:pt modelId="{59522999-555A-4A44-ACB7-84135208B10E}" type="pres">
      <dgm:prSet presAssocID="{5004B16C-37B6-406C-ACB6-BFBAD06DC070}" presName="iconSpace" presStyleCnt="0"/>
      <dgm:spPr/>
    </dgm:pt>
    <dgm:pt modelId="{02D8F4E6-1BFD-49E7-91F0-0844B0C25187}" type="pres">
      <dgm:prSet presAssocID="{5004B16C-37B6-406C-ACB6-BFBAD06DC070}" presName="parTx" presStyleLbl="revTx" presStyleIdx="0" presStyleCnt="4">
        <dgm:presLayoutVars>
          <dgm:chMax val="0"/>
          <dgm:chPref val="0"/>
        </dgm:presLayoutVars>
      </dgm:prSet>
      <dgm:spPr/>
    </dgm:pt>
    <dgm:pt modelId="{8F24DFCB-5FB9-4298-8BFA-2656C273D5C3}" type="pres">
      <dgm:prSet presAssocID="{5004B16C-37B6-406C-ACB6-BFBAD06DC070}" presName="txSpace" presStyleCnt="0"/>
      <dgm:spPr/>
    </dgm:pt>
    <dgm:pt modelId="{8ECE22AB-A536-436A-9268-967401D15C8F}" type="pres">
      <dgm:prSet presAssocID="{5004B16C-37B6-406C-ACB6-BFBAD06DC070}" presName="desTx" presStyleLbl="revTx" presStyleIdx="1" presStyleCnt="4">
        <dgm:presLayoutVars/>
      </dgm:prSet>
      <dgm:spPr/>
    </dgm:pt>
    <dgm:pt modelId="{0C0A955D-C7D5-4153-9328-3D3CD4EF20BA}" type="pres">
      <dgm:prSet presAssocID="{679D69C6-CFF2-47EC-883D-B3E2A576B4B4}" presName="sibTrans" presStyleCnt="0"/>
      <dgm:spPr/>
    </dgm:pt>
    <dgm:pt modelId="{C4DF9547-B5A5-44DB-8879-059748F9A973}" type="pres">
      <dgm:prSet presAssocID="{A579CEF5-1347-496B-A5D1-19101FA5E7E0}" presName="compNode" presStyleCnt="0"/>
      <dgm:spPr/>
    </dgm:pt>
    <dgm:pt modelId="{562D5380-4D27-4A4B-B749-64C6B8A5648C}" type="pres">
      <dgm:prSet presAssocID="{A579CEF5-1347-496B-A5D1-19101FA5E7E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0E1D3D38-E7B9-4177-81E1-6E066E896057}" type="pres">
      <dgm:prSet presAssocID="{A579CEF5-1347-496B-A5D1-19101FA5E7E0}" presName="iconSpace" presStyleCnt="0"/>
      <dgm:spPr/>
    </dgm:pt>
    <dgm:pt modelId="{9A748AB8-DEB4-49E1-B659-552E1D69817A}" type="pres">
      <dgm:prSet presAssocID="{A579CEF5-1347-496B-A5D1-19101FA5E7E0}" presName="parTx" presStyleLbl="revTx" presStyleIdx="2" presStyleCnt="4">
        <dgm:presLayoutVars>
          <dgm:chMax val="0"/>
          <dgm:chPref val="0"/>
        </dgm:presLayoutVars>
      </dgm:prSet>
      <dgm:spPr/>
    </dgm:pt>
    <dgm:pt modelId="{926A3A15-10FA-418F-85B7-1FB55ECEF98B}" type="pres">
      <dgm:prSet presAssocID="{A579CEF5-1347-496B-A5D1-19101FA5E7E0}" presName="txSpace" presStyleCnt="0"/>
      <dgm:spPr/>
    </dgm:pt>
    <dgm:pt modelId="{16F89F88-CC6E-4B74-9218-4BF77476FDB4}" type="pres">
      <dgm:prSet presAssocID="{A579CEF5-1347-496B-A5D1-19101FA5E7E0}" presName="desTx" presStyleLbl="revTx" presStyleIdx="3" presStyleCnt="4">
        <dgm:presLayoutVars/>
      </dgm:prSet>
      <dgm:spPr/>
    </dgm:pt>
  </dgm:ptLst>
  <dgm:cxnLst>
    <dgm:cxn modelId="{13A8481D-3E6A-414E-816B-CEECBE4E642A}" type="presOf" srcId="{5004B16C-37B6-406C-ACB6-BFBAD06DC070}" destId="{02D8F4E6-1BFD-49E7-91F0-0844B0C25187}" srcOrd="0" destOrd="0" presId="urn:microsoft.com/office/officeart/2018/5/layout/CenteredIconLabelDescriptionList"/>
    <dgm:cxn modelId="{4B614A27-FCBB-4D77-AC49-804E6F13A442}" srcId="{FD8DA4EB-82AB-42F8-A5EF-328C5B8F6EBA}" destId="{5004B16C-37B6-406C-ACB6-BFBAD06DC070}" srcOrd="0" destOrd="0" parTransId="{DDC9E62C-DD01-4C3B-B5C1-0ACFBBC28466}" sibTransId="{679D69C6-CFF2-47EC-883D-B3E2A576B4B4}"/>
    <dgm:cxn modelId="{4F009E28-FBA9-4ECD-A500-6BAF459AEB14}" srcId="{5004B16C-37B6-406C-ACB6-BFBAD06DC070}" destId="{DF79A968-25B0-464F-9333-F2530CE2AC10}" srcOrd="0" destOrd="0" parTransId="{FFB50DFC-19FF-4991-BABC-AD7D81D11765}" sibTransId="{F278B900-80BA-4C47-B32C-21CC920E6A18}"/>
    <dgm:cxn modelId="{AF100862-1661-4C7F-9C9A-BB37DEFB30D4}" type="presOf" srcId="{051A12BB-9E03-48CC-809B-B17B6366B0E8}" destId="{8ECE22AB-A536-436A-9268-967401D15C8F}" srcOrd="0" destOrd="1" presId="urn:microsoft.com/office/officeart/2018/5/layout/CenteredIconLabelDescriptionList"/>
    <dgm:cxn modelId="{5BE1B376-C11A-4321-A310-51B24414696C}" srcId="{FD8DA4EB-82AB-42F8-A5EF-328C5B8F6EBA}" destId="{A579CEF5-1347-496B-A5D1-19101FA5E7E0}" srcOrd="1" destOrd="0" parTransId="{14398C9A-3905-4E9E-9493-A39CF3B5F2C1}" sibTransId="{8358BED0-F0BA-4EF1-BCA9-B550E362DCB1}"/>
    <dgm:cxn modelId="{6129FF58-CD5D-45F7-B9B4-B7345D337019}" type="presOf" srcId="{A579CEF5-1347-496B-A5D1-19101FA5E7E0}" destId="{9A748AB8-DEB4-49E1-B659-552E1D69817A}" srcOrd="0" destOrd="0" presId="urn:microsoft.com/office/officeart/2018/5/layout/CenteredIconLabelDescriptionList"/>
    <dgm:cxn modelId="{81621CAD-BDF5-4325-B051-D4E2902ED26F}" type="presOf" srcId="{DF79A968-25B0-464F-9333-F2530CE2AC10}" destId="{8ECE22AB-A536-436A-9268-967401D15C8F}" srcOrd="0" destOrd="0" presId="urn:microsoft.com/office/officeart/2018/5/layout/CenteredIconLabelDescriptionList"/>
    <dgm:cxn modelId="{A9C7F2CD-7EE2-4D97-94B1-1C8512501308}" srcId="{5004B16C-37B6-406C-ACB6-BFBAD06DC070}" destId="{051A12BB-9E03-48CC-809B-B17B6366B0E8}" srcOrd="1" destOrd="0" parTransId="{06166B49-40F2-4945-950C-1C7C120AF553}" sibTransId="{FA63CD31-1EEE-44B9-9BBF-E2BA0314CA75}"/>
    <dgm:cxn modelId="{014908EC-A120-408D-8711-F18F3AC457C1}" type="presOf" srcId="{FD8DA4EB-82AB-42F8-A5EF-328C5B8F6EBA}" destId="{4FEAF675-141D-43F0-B72C-989A3B777237}" srcOrd="0" destOrd="0" presId="urn:microsoft.com/office/officeart/2018/5/layout/CenteredIconLabelDescriptionList"/>
    <dgm:cxn modelId="{44B2FCB7-B521-4402-98D3-2E27F5690F54}" type="presParOf" srcId="{4FEAF675-141D-43F0-B72C-989A3B777237}" destId="{9E373F27-0297-4793-BB60-27BEEF9B5EFA}" srcOrd="0" destOrd="0" presId="urn:microsoft.com/office/officeart/2018/5/layout/CenteredIconLabelDescriptionList"/>
    <dgm:cxn modelId="{F018EC6E-628E-42AE-8C2A-DE35F5F172FF}" type="presParOf" srcId="{9E373F27-0297-4793-BB60-27BEEF9B5EFA}" destId="{454F5492-7DF8-4D54-B178-5840EB05E531}" srcOrd="0" destOrd="0" presId="urn:microsoft.com/office/officeart/2018/5/layout/CenteredIconLabelDescriptionList"/>
    <dgm:cxn modelId="{9967FFFC-657F-4645-B34E-EEDAB76CB0E9}" type="presParOf" srcId="{9E373F27-0297-4793-BB60-27BEEF9B5EFA}" destId="{59522999-555A-4A44-ACB7-84135208B10E}" srcOrd="1" destOrd="0" presId="urn:microsoft.com/office/officeart/2018/5/layout/CenteredIconLabelDescriptionList"/>
    <dgm:cxn modelId="{087C8087-4C92-430A-817C-C433C3523878}" type="presParOf" srcId="{9E373F27-0297-4793-BB60-27BEEF9B5EFA}" destId="{02D8F4E6-1BFD-49E7-91F0-0844B0C25187}" srcOrd="2" destOrd="0" presId="urn:microsoft.com/office/officeart/2018/5/layout/CenteredIconLabelDescriptionList"/>
    <dgm:cxn modelId="{6B9B0F97-E888-49AA-A292-612DC43813A1}" type="presParOf" srcId="{9E373F27-0297-4793-BB60-27BEEF9B5EFA}" destId="{8F24DFCB-5FB9-4298-8BFA-2656C273D5C3}" srcOrd="3" destOrd="0" presId="urn:microsoft.com/office/officeart/2018/5/layout/CenteredIconLabelDescriptionList"/>
    <dgm:cxn modelId="{4E4D8D21-AC87-4E1E-917F-50F33B78BD7D}" type="presParOf" srcId="{9E373F27-0297-4793-BB60-27BEEF9B5EFA}" destId="{8ECE22AB-A536-436A-9268-967401D15C8F}" srcOrd="4" destOrd="0" presId="urn:microsoft.com/office/officeart/2018/5/layout/CenteredIconLabelDescriptionList"/>
    <dgm:cxn modelId="{A36D2CEC-A270-4A33-8B26-7A5DD6A59851}" type="presParOf" srcId="{4FEAF675-141D-43F0-B72C-989A3B777237}" destId="{0C0A955D-C7D5-4153-9328-3D3CD4EF20BA}" srcOrd="1" destOrd="0" presId="urn:microsoft.com/office/officeart/2018/5/layout/CenteredIconLabelDescriptionList"/>
    <dgm:cxn modelId="{DC7F929F-F433-4709-A0F9-565EB2130345}" type="presParOf" srcId="{4FEAF675-141D-43F0-B72C-989A3B777237}" destId="{C4DF9547-B5A5-44DB-8879-059748F9A973}" srcOrd="2" destOrd="0" presId="urn:microsoft.com/office/officeart/2018/5/layout/CenteredIconLabelDescriptionList"/>
    <dgm:cxn modelId="{BD22C7AB-CF22-4758-9A28-C4DB0DEB26B5}" type="presParOf" srcId="{C4DF9547-B5A5-44DB-8879-059748F9A973}" destId="{562D5380-4D27-4A4B-B749-64C6B8A5648C}" srcOrd="0" destOrd="0" presId="urn:microsoft.com/office/officeart/2018/5/layout/CenteredIconLabelDescriptionList"/>
    <dgm:cxn modelId="{CDF80881-9184-484F-933A-1C246552820A}" type="presParOf" srcId="{C4DF9547-B5A5-44DB-8879-059748F9A973}" destId="{0E1D3D38-E7B9-4177-81E1-6E066E896057}" srcOrd="1" destOrd="0" presId="urn:microsoft.com/office/officeart/2018/5/layout/CenteredIconLabelDescriptionList"/>
    <dgm:cxn modelId="{023E60CE-2939-4431-A880-006DDB16E597}" type="presParOf" srcId="{C4DF9547-B5A5-44DB-8879-059748F9A973}" destId="{9A748AB8-DEB4-49E1-B659-552E1D69817A}" srcOrd="2" destOrd="0" presId="urn:microsoft.com/office/officeart/2018/5/layout/CenteredIconLabelDescriptionList"/>
    <dgm:cxn modelId="{0089F056-DEF5-4D06-94CF-66A8E44D61B0}" type="presParOf" srcId="{C4DF9547-B5A5-44DB-8879-059748F9A973}" destId="{926A3A15-10FA-418F-85B7-1FB55ECEF98B}" srcOrd="3" destOrd="0" presId="urn:microsoft.com/office/officeart/2018/5/layout/CenteredIconLabelDescriptionList"/>
    <dgm:cxn modelId="{EBEC20C5-FE4B-43AE-AD79-784DE5CEC9E0}" type="presParOf" srcId="{C4DF9547-B5A5-44DB-8879-059748F9A973}" destId="{16F89F88-CC6E-4B74-9218-4BF77476FDB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C97B2-7312-4642-AF8F-63B941F07961}">
      <dsp:nvSpPr>
        <dsp:cNvPr id="0" name=""/>
        <dsp:cNvSpPr/>
      </dsp:nvSpPr>
      <dsp:spPr>
        <a:xfrm>
          <a:off x="456364" y="1435"/>
          <a:ext cx="8624360" cy="863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Montserrat"/>
              <a:ea typeface="Montserrat"/>
              <a:cs typeface="Montserrat"/>
              <a:sym typeface="Montserrat"/>
            </a:rPr>
            <a:t>KPI à suivre pour vérifier le bon déroulé du projet</a:t>
          </a:r>
          <a:endParaRPr lang="fr-FR" sz="2400" kern="1200" dirty="0"/>
        </a:p>
      </dsp:txBody>
      <dsp:txXfrm>
        <a:off x="481647" y="26718"/>
        <a:ext cx="8573794" cy="812656"/>
      </dsp:txXfrm>
    </dsp:sp>
    <dsp:sp modelId="{AFF7A121-6A61-43EC-8AC6-A14E25458C7B}">
      <dsp:nvSpPr>
        <dsp:cNvPr id="0" name=""/>
        <dsp:cNvSpPr/>
      </dsp:nvSpPr>
      <dsp:spPr>
        <a:xfrm>
          <a:off x="456364" y="1020038"/>
          <a:ext cx="863222" cy="86322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23847-C4A5-4EBB-AFD0-58C477F306AE}">
      <dsp:nvSpPr>
        <dsp:cNvPr id="0" name=""/>
        <dsp:cNvSpPr/>
      </dsp:nvSpPr>
      <dsp:spPr>
        <a:xfrm>
          <a:off x="1371380" y="1020038"/>
          <a:ext cx="7709344" cy="86322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Montserrat"/>
              <a:ea typeface="Montserrat"/>
              <a:cs typeface="Montserrat"/>
              <a:sym typeface="Montserrat"/>
            </a:rPr>
            <a:t>Coûts (coûts prédits lié à l’abonnement des outils)</a:t>
          </a:r>
        </a:p>
      </dsp:txBody>
      <dsp:txXfrm>
        <a:off x="1413527" y="1062185"/>
        <a:ext cx="7625050" cy="778928"/>
      </dsp:txXfrm>
    </dsp:sp>
    <dsp:sp modelId="{FADAAA1C-ED4A-4994-A6A9-43600FEED457}">
      <dsp:nvSpPr>
        <dsp:cNvPr id="0" name=""/>
        <dsp:cNvSpPr/>
      </dsp:nvSpPr>
      <dsp:spPr>
        <a:xfrm>
          <a:off x="456364" y="1986848"/>
          <a:ext cx="863222" cy="86322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A13DA-528F-4086-A22C-ACA84684F0A9}">
      <dsp:nvSpPr>
        <dsp:cNvPr id="0" name=""/>
        <dsp:cNvSpPr/>
      </dsp:nvSpPr>
      <dsp:spPr>
        <a:xfrm>
          <a:off x="1371380" y="1986848"/>
          <a:ext cx="7709344" cy="86322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Montserrat"/>
              <a:ea typeface="Montserrat"/>
              <a:cs typeface="Montserrat"/>
              <a:sym typeface="Montserrat"/>
            </a:rPr>
            <a:t>Délais (durée prédite pour chaque étape du projet)</a:t>
          </a:r>
        </a:p>
      </dsp:txBody>
      <dsp:txXfrm>
        <a:off x="1413527" y="2028995"/>
        <a:ext cx="7625050" cy="778928"/>
      </dsp:txXfrm>
    </dsp:sp>
    <dsp:sp modelId="{B9796F2C-99D7-4A90-9EB0-DD8E08ABF77B}">
      <dsp:nvSpPr>
        <dsp:cNvPr id="0" name=""/>
        <dsp:cNvSpPr/>
      </dsp:nvSpPr>
      <dsp:spPr>
        <a:xfrm>
          <a:off x="456364" y="2953657"/>
          <a:ext cx="863222" cy="86322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F6F7D-C697-42A6-91C3-CD4C7126705A}">
      <dsp:nvSpPr>
        <dsp:cNvPr id="0" name=""/>
        <dsp:cNvSpPr/>
      </dsp:nvSpPr>
      <dsp:spPr>
        <a:xfrm>
          <a:off x="1371380" y="2953657"/>
          <a:ext cx="7709344" cy="86322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Montserrat"/>
              <a:ea typeface="Montserrat"/>
              <a:cs typeface="Montserrat"/>
              <a:sym typeface="Montserrat"/>
            </a:rPr>
            <a:t>Qualité (nombre de livrables rendus)</a:t>
          </a:r>
        </a:p>
      </dsp:txBody>
      <dsp:txXfrm>
        <a:off x="1413527" y="2995804"/>
        <a:ext cx="7625050" cy="7789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03C98-1FEB-4CDD-91D3-495FF62FA9C2}">
      <dsp:nvSpPr>
        <dsp:cNvPr id="0" name=""/>
        <dsp:cNvSpPr/>
      </dsp:nvSpPr>
      <dsp:spPr>
        <a:xfrm>
          <a:off x="0" y="2101406"/>
          <a:ext cx="9253513" cy="42452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EC4A5D-91EC-4B7E-90E1-F511DD4EA3FD}">
      <dsp:nvSpPr>
        <dsp:cNvPr id="0" name=""/>
        <dsp:cNvSpPr/>
      </dsp:nvSpPr>
      <dsp:spPr>
        <a:xfrm>
          <a:off x="9035960" y="1952821"/>
          <a:ext cx="254715" cy="339621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4C84D5-9F2D-4A91-880F-B8A5173040BD}">
      <dsp:nvSpPr>
        <dsp:cNvPr id="0" name=""/>
        <dsp:cNvSpPr/>
      </dsp:nvSpPr>
      <dsp:spPr>
        <a:xfrm>
          <a:off x="485221" y="1064712"/>
          <a:ext cx="1373594" cy="93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30/04/2026</a:t>
          </a:r>
        </a:p>
      </dsp:txBody>
      <dsp:txXfrm>
        <a:off x="485221" y="1064712"/>
        <a:ext cx="1373594" cy="935891"/>
      </dsp:txXfrm>
    </dsp:sp>
    <dsp:sp modelId="{41129C31-B895-44B8-847C-14078F452FF6}">
      <dsp:nvSpPr>
        <dsp:cNvPr id="0" name=""/>
        <dsp:cNvSpPr/>
      </dsp:nvSpPr>
      <dsp:spPr>
        <a:xfrm>
          <a:off x="485221" y="580630"/>
          <a:ext cx="1373594" cy="484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Réaliser une carte mentale</a:t>
          </a:r>
        </a:p>
      </dsp:txBody>
      <dsp:txXfrm>
        <a:off x="485221" y="580630"/>
        <a:ext cx="1373594" cy="484081"/>
      </dsp:txXfrm>
    </dsp:sp>
    <dsp:sp modelId="{D7EE3F2A-B1AE-423E-82E6-6D02FA6BD798}">
      <dsp:nvSpPr>
        <dsp:cNvPr id="0" name=""/>
        <dsp:cNvSpPr/>
      </dsp:nvSpPr>
      <dsp:spPr>
        <a:xfrm>
          <a:off x="228050" y="548358"/>
          <a:ext cx="30255" cy="15813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5E92B-8188-4415-A3DA-24ED4D8C34FF}">
      <dsp:nvSpPr>
        <dsp:cNvPr id="0" name=""/>
        <dsp:cNvSpPr/>
      </dsp:nvSpPr>
      <dsp:spPr>
        <a:xfrm>
          <a:off x="1414062" y="2927388"/>
          <a:ext cx="1373594" cy="777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07/05/2026</a:t>
          </a:r>
        </a:p>
      </dsp:txBody>
      <dsp:txXfrm>
        <a:off x="1414062" y="2927388"/>
        <a:ext cx="1373594" cy="777884"/>
      </dsp:txXfrm>
    </dsp:sp>
    <dsp:sp modelId="{DF39B640-58C5-4D7C-AC28-CF6BC58C70E4}">
      <dsp:nvSpPr>
        <dsp:cNvPr id="0" name=""/>
        <dsp:cNvSpPr/>
      </dsp:nvSpPr>
      <dsp:spPr>
        <a:xfrm>
          <a:off x="1414062" y="2414315"/>
          <a:ext cx="1373594" cy="513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Analyser les besoins métier</a:t>
          </a:r>
        </a:p>
      </dsp:txBody>
      <dsp:txXfrm>
        <a:off x="1414062" y="2414315"/>
        <a:ext cx="1373594" cy="513072"/>
      </dsp:txXfrm>
    </dsp:sp>
    <dsp:sp modelId="{01F7A72B-BDDE-4D37-A78A-0C0760B5489A}">
      <dsp:nvSpPr>
        <dsp:cNvPr id="0" name=""/>
        <dsp:cNvSpPr/>
      </dsp:nvSpPr>
      <dsp:spPr>
        <a:xfrm>
          <a:off x="1156890" y="2116401"/>
          <a:ext cx="30255" cy="162197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4CF00-09C3-407D-916A-B4522B15D967}">
      <dsp:nvSpPr>
        <dsp:cNvPr id="0" name=""/>
        <dsp:cNvSpPr/>
      </dsp:nvSpPr>
      <dsp:spPr>
        <a:xfrm>
          <a:off x="164513" y="469694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EC6D6-CAD1-4D98-AC3E-FA3ABF1AD106}">
      <dsp:nvSpPr>
        <dsp:cNvPr id="0" name=""/>
        <dsp:cNvSpPr/>
      </dsp:nvSpPr>
      <dsp:spPr>
        <a:xfrm>
          <a:off x="1093354" y="3659710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33E2C-6DD1-42DA-9991-C93D9316525D}">
      <dsp:nvSpPr>
        <dsp:cNvPr id="0" name=""/>
        <dsp:cNvSpPr/>
      </dsp:nvSpPr>
      <dsp:spPr>
        <a:xfrm>
          <a:off x="2342903" y="1064712"/>
          <a:ext cx="1373594" cy="93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15/05/2026</a:t>
          </a:r>
        </a:p>
      </dsp:txBody>
      <dsp:txXfrm>
        <a:off x="2342903" y="1064712"/>
        <a:ext cx="1373594" cy="935891"/>
      </dsp:txXfrm>
    </dsp:sp>
    <dsp:sp modelId="{E48F132B-CED8-47D3-B1F4-5129FE929928}">
      <dsp:nvSpPr>
        <dsp:cNvPr id="0" name=""/>
        <dsp:cNvSpPr/>
      </dsp:nvSpPr>
      <dsp:spPr>
        <a:xfrm>
          <a:off x="2342903" y="580630"/>
          <a:ext cx="1373594" cy="484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Cahier des charges</a:t>
          </a:r>
        </a:p>
      </dsp:txBody>
      <dsp:txXfrm>
        <a:off x="2342903" y="580630"/>
        <a:ext cx="1373594" cy="484081"/>
      </dsp:txXfrm>
    </dsp:sp>
    <dsp:sp modelId="{C8EEB7D3-3CF6-4A28-AA87-996E5A8462B1}">
      <dsp:nvSpPr>
        <dsp:cNvPr id="0" name=""/>
        <dsp:cNvSpPr/>
      </dsp:nvSpPr>
      <dsp:spPr>
        <a:xfrm>
          <a:off x="2085731" y="548358"/>
          <a:ext cx="30255" cy="15813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1F032-38D0-48EA-A222-78812ACE3ACB}">
      <dsp:nvSpPr>
        <dsp:cNvPr id="0" name=""/>
        <dsp:cNvSpPr/>
      </dsp:nvSpPr>
      <dsp:spPr>
        <a:xfrm>
          <a:off x="3271743" y="2927388"/>
          <a:ext cx="1373594" cy="777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25/05/2026</a:t>
          </a:r>
        </a:p>
      </dsp:txBody>
      <dsp:txXfrm>
        <a:off x="3271743" y="2927388"/>
        <a:ext cx="1373594" cy="777884"/>
      </dsp:txXfrm>
    </dsp:sp>
    <dsp:sp modelId="{18CA55CF-9142-4241-940E-6201B3482971}">
      <dsp:nvSpPr>
        <dsp:cNvPr id="0" name=""/>
        <dsp:cNvSpPr/>
      </dsp:nvSpPr>
      <dsp:spPr>
        <a:xfrm>
          <a:off x="3271743" y="2414315"/>
          <a:ext cx="1373594" cy="513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Créer un tableau de bord</a:t>
          </a:r>
        </a:p>
      </dsp:txBody>
      <dsp:txXfrm>
        <a:off x="3271743" y="2414315"/>
        <a:ext cx="1373594" cy="513072"/>
      </dsp:txXfrm>
    </dsp:sp>
    <dsp:sp modelId="{27919922-96E6-4510-97A8-55CBE6D5D563}">
      <dsp:nvSpPr>
        <dsp:cNvPr id="0" name=""/>
        <dsp:cNvSpPr/>
      </dsp:nvSpPr>
      <dsp:spPr>
        <a:xfrm>
          <a:off x="3014572" y="2116401"/>
          <a:ext cx="30255" cy="162197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9DB79-E0A1-43DB-8F6C-419A97113CFB}">
      <dsp:nvSpPr>
        <dsp:cNvPr id="0" name=""/>
        <dsp:cNvSpPr/>
      </dsp:nvSpPr>
      <dsp:spPr>
        <a:xfrm>
          <a:off x="2022195" y="469694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00A6C-DEDC-474A-987B-08C10B16F033}">
      <dsp:nvSpPr>
        <dsp:cNvPr id="0" name=""/>
        <dsp:cNvSpPr/>
      </dsp:nvSpPr>
      <dsp:spPr>
        <a:xfrm>
          <a:off x="2951035" y="3659710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72944-88EA-4250-BE1D-140B92F1522C}">
      <dsp:nvSpPr>
        <dsp:cNvPr id="0" name=""/>
        <dsp:cNvSpPr/>
      </dsp:nvSpPr>
      <dsp:spPr>
        <a:xfrm>
          <a:off x="4200584" y="1064712"/>
          <a:ext cx="1373594" cy="93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03/06/2026</a:t>
          </a:r>
        </a:p>
      </dsp:txBody>
      <dsp:txXfrm>
        <a:off x="4200584" y="1064712"/>
        <a:ext cx="1373594" cy="935891"/>
      </dsp:txXfrm>
    </dsp:sp>
    <dsp:sp modelId="{DB17D3A9-9897-4CA8-9798-F7C5AE6D4E9E}">
      <dsp:nvSpPr>
        <dsp:cNvPr id="0" name=""/>
        <dsp:cNvSpPr/>
      </dsp:nvSpPr>
      <dsp:spPr>
        <a:xfrm>
          <a:off x="4200584" y="580630"/>
          <a:ext cx="1373594" cy="484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Enregistrer un vidéo de formation</a:t>
          </a:r>
        </a:p>
      </dsp:txBody>
      <dsp:txXfrm>
        <a:off x="4200584" y="580630"/>
        <a:ext cx="1373594" cy="484081"/>
      </dsp:txXfrm>
    </dsp:sp>
    <dsp:sp modelId="{2D23569A-B050-4847-9285-5282337BFB0A}">
      <dsp:nvSpPr>
        <dsp:cNvPr id="0" name=""/>
        <dsp:cNvSpPr/>
      </dsp:nvSpPr>
      <dsp:spPr>
        <a:xfrm>
          <a:off x="3943413" y="548358"/>
          <a:ext cx="30255" cy="15813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27BC9-18BD-4B81-897A-EEA8546AF4F8}">
      <dsp:nvSpPr>
        <dsp:cNvPr id="0" name=""/>
        <dsp:cNvSpPr/>
      </dsp:nvSpPr>
      <dsp:spPr>
        <a:xfrm>
          <a:off x="5129425" y="2927388"/>
          <a:ext cx="1373594" cy="777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08/06/2026</a:t>
          </a:r>
        </a:p>
      </dsp:txBody>
      <dsp:txXfrm>
        <a:off x="5129425" y="2927388"/>
        <a:ext cx="1373594" cy="777884"/>
      </dsp:txXfrm>
    </dsp:sp>
    <dsp:sp modelId="{45AC74FE-7874-48D3-B88C-29E5135B6DBF}">
      <dsp:nvSpPr>
        <dsp:cNvPr id="0" name=""/>
        <dsp:cNvSpPr/>
      </dsp:nvSpPr>
      <dsp:spPr>
        <a:xfrm>
          <a:off x="5129425" y="2414315"/>
          <a:ext cx="1373594" cy="513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Formaliser un processus de documentation</a:t>
          </a:r>
        </a:p>
      </dsp:txBody>
      <dsp:txXfrm>
        <a:off x="5129425" y="2414315"/>
        <a:ext cx="1373594" cy="513072"/>
      </dsp:txXfrm>
    </dsp:sp>
    <dsp:sp modelId="{3B48C895-7052-4204-86B7-B03899013FDB}">
      <dsp:nvSpPr>
        <dsp:cNvPr id="0" name=""/>
        <dsp:cNvSpPr/>
      </dsp:nvSpPr>
      <dsp:spPr>
        <a:xfrm>
          <a:off x="4872253" y="2116401"/>
          <a:ext cx="30255" cy="162197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2F89F-93D9-40D6-A9B1-6BDB481B5467}">
      <dsp:nvSpPr>
        <dsp:cNvPr id="0" name=""/>
        <dsp:cNvSpPr/>
      </dsp:nvSpPr>
      <dsp:spPr>
        <a:xfrm>
          <a:off x="3879876" y="469694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04F82-2C41-4F6A-9F1C-27FA0C3A33E6}">
      <dsp:nvSpPr>
        <dsp:cNvPr id="0" name=""/>
        <dsp:cNvSpPr/>
      </dsp:nvSpPr>
      <dsp:spPr>
        <a:xfrm>
          <a:off x="4808717" y="3659710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84BCB-4CB6-40E1-A931-BD2E0A1B12BD}">
      <dsp:nvSpPr>
        <dsp:cNvPr id="0" name=""/>
        <dsp:cNvSpPr/>
      </dsp:nvSpPr>
      <dsp:spPr>
        <a:xfrm>
          <a:off x="6058266" y="1064712"/>
          <a:ext cx="1373594" cy="93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11/06/2026</a:t>
          </a:r>
        </a:p>
      </dsp:txBody>
      <dsp:txXfrm>
        <a:off x="6058266" y="1064712"/>
        <a:ext cx="1373594" cy="935891"/>
      </dsp:txXfrm>
    </dsp:sp>
    <dsp:sp modelId="{3284CBCE-11A3-4B33-A6E4-F32CE2C728B3}">
      <dsp:nvSpPr>
        <dsp:cNvPr id="0" name=""/>
        <dsp:cNvSpPr/>
      </dsp:nvSpPr>
      <dsp:spPr>
        <a:xfrm>
          <a:off x="6058266" y="580630"/>
          <a:ext cx="1373594" cy="484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Réaliser une veille métier</a:t>
          </a:r>
        </a:p>
      </dsp:txBody>
      <dsp:txXfrm>
        <a:off x="6058266" y="580630"/>
        <a:ext cx="1373594" cy="484081"/>
      </dsp:txXfrm>
    </dsp:sp>
    <dsp:sp modelId="{25F8A763-C24B-4DFF-BC4D-FB2109C5EE97}">
      <dsp:nvSpPr>
        <dsp:cNvPr id="0" name=""/>
        <dsp:cNvSpPr/>
      </dsp:nvSpPr>
      <dsp:spPr>
        <a:xfrm>
          <a:off x="5801094" y="548358"/>
          <a:ext cx="30255" cy="15813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8B5EDF-7EA0-4D7A-8237-C6BC1E1F11A0}">
      <dsp:nvSpPr>
        <dsp:cNvPr id="0" name=""/>
        <dsp:cNvSpPr/>
      </dsp:nvSpPr>
      <dsp:spPr>
        <a:xfrm>
          <a:off x="6987107" y="2927388"/>
          <a:ext cx="1373594" cy="777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15/06/2026</a:t>
          </a:r>
        </a:p>
      </dsp:txBody>
      <dsp:txXfrm>
        <a:off x="6987107" y="2927388"/>
        <a:ext cx="1373594" cy="777884"/>
      </dsp:txXfrm>
    </dsp:sp>
    <dsp:sp modelId="{6D5EA697-B982-46F7-A4E7-99064CECBB12}">
      <dsp:nvSpPr>
        <dsp:cNvPr id="0" name=""/>
        <dsp:cNvSpPr/>
      </dsp:nvSpPr>
      <dsp:spPr>
        <a:xfrm>
          <a:off x="6987107" y="2414315"/>
          <a:ext cx="1373594" cy="5130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Mise à jour sur page GitHub</a:t>
          </a:r>
        </a:p>
      </dsp:txBody>
      <dsp:txXfrm>
        <a:off x="6987107" y="2414315"/>
        <a:ext cx="1373594" cy="513072"/>
      </dsp:txXfrm>
    </dsp:sp>
    <dsp:sp modelId="{3F2A1C96-211A-4B04-B587-EF785B4A53A5}">
      <dsp:nvSpPr>
        <dsp:cNvPr id="0" name=""/>
        <dsp:cNvSpPr/>
      </dsp:nvSpPr>
      <dsp:spPr>
        <a:xfrm>
          <a:off x="6729935" y="2116401"/>
          <a:ext cx="30255" cy="162197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F8D92-62AC-4305-B749-4571DB49BC48}">
      <dsp:nvSpPr>
        <dsp:cNvPr id="0" name=""/>
        <dsp:cNvSpPr/>
      </dsp:nvSpPr>
      <dsp:spPr>
        <a:xfrm>
          <a:off x="5737558" y="469694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A66BD-A650-40A5-8DEE-26E9B83766C6}">
      <dsp:nvSpPr>
        <dsp:cNvPr id="0" name=""/>
        <dsp:cNvSpPr/>
      </dsp:nvSpPr>
      <dsp:spPr>
        <a:xfrm>
          <a:off x="6666399" y="3659710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E5DCD-7536-4801-9230-1D141B04D716}">
      <dsp:nvSpPr>
        <dsp:cNvPr id="0" name=""/>
        <dsp:cNvSpPr/>
      </dsp:nvSpPr>
      <dsp:spPr>
        <a:xfrm>
          <a:off x="7915947" y="1064712"/>
          <a:ext cx="1373594" cy="93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26/06/2026</a:t>
          </a:r>
        </a:p>
      </dsp:txBody>
      <dsp:txXfrm>
        <a:off x="7915947" y="1064712"/>
        <a:ext cx="1373594" cy="935891"/>
      </dsp:txXfrm>
    </dsp:sp>
    <dsp:sp modelId="{6FF20EB0-37BB-4A1F-A198-155B6D767432}">
      <dsp:nvSpPr>
        <dsp:cNvPr id="0" name=""/>
        <dsp:cNvSpPr/>
      </dsp:nvSpPr>
      <dsp:spPr>
        <a:xfrm>
          <a:off x="7915947" y="580630"/>
          <a:ext cx="1373594" cy="484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1200" kern="1200" dirty="0"/>
            <a:t>Présentation de portfolio</a:t>
          </a:r>
        </a:p>
      </dsp:txBody>
      <dsp:txXfrm>
        <a:off x="7915947" y="580630"/>
        <a:ext cx="1373594" cy="484081"/>
      </dsp:txXfrm>
    </dsp:sp>
    <dsp:sp modelId="{D8E05F15-89BB-4190-B2AF-8DFE1475EB77}">
      <dsp:nvSpPr>
        <dsp:cNvPr id="0" name=""/>
        <dsp:cNvSpPr/>
      </dsp:nvSpPr>
      <dsp:spPr>
        <a:xfrm>
          <a:off x="7658776" y="548358"/>
          <a:ext cx="30255" cy="158133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9CA02-881B-4C1B-A148-CDD0C3C1D421}">
      <dsp:nvSpPr>
        <dsp:cNvPr id="0" name=""/>
        <dsp:cNvSpPr/>
      </dsp:nvSpPr>
      <dsp:spPr>
        <a:xfrm>
          <a:off x="7595239" y="469694"/>
          <a:ext cx="157328" cy="157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F5492-7DF8-4D54-B178-5840EB05E531}">
      <dsp:nvSpPr>
        <dsp:cNvPr id="0" name=""/>
        <dsp:cNvSpPr/>
      </dsp:nvSpPr>
      <dsp:spPr>
        <a:xfrm>
          <a:off x="2169914" y="62973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8F4E6-1BFD-49E7-91F0-0844B0C25187}">
      <dsp:nvSpPr>
        <dsp:cNvPr id="0" name=""/>
        <dsp:cNvSpPr/>
      </dsp:nvSpPr>
      <dsp:spPr>
        <a:xfrm>
          <a:off x="765914" y="226787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200" kern="1200" dirty="0"/>
            <a:t>Liste et coût des différentes catégories du </a:t>
          </a:r>
          <a:r>
            <a:rPr lang="fr-FR" sz="2200" kern="1200"/>
            <a:t>devis </a:t>
          </a:r>
          <a:endParaRPr lang="en-US" sz="2200" kern="1200" dirty="0"/>
        </a:p>
      </dsp:txBody>
      <dsp:txXfrm>
        <a:off x="765914" y="2267872"/>
        <a:ext cx="4320000" cy="648000"/>
      </dsp:txXfrm>
    </dsp:sp>
    <dsp:sp modelId="{8ECE22AB-A536-436A-9268-967401D15C8F}">
      <dsp:nvSpPr>
        <dsp:cNvPr id="0" name=""/>
        <dsp:cNvSpPr/>
      </dsp:nvSpPr>
      <dsp:spPr>
        <a:xfrm>
          <a:off x="765914" y="2974539"/>
          <a:ext cx="4320000" cy="588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Achat matériel : 0 euros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Achat immatériel : 0 euros</a:t>
          </a:r>
          <a:endParaRPr lang="en-US" sz="1700" kern="1200"/>
        </a:p>
      </dsp:txBody>
      <dsp:txXfrm>
        <a:off x="765914" y="2974539"/>
        <a:ext cx="4320000" cy="588526"/>
      </dsp:txXfrm>
    </dsp:sp>
    <dsp:sp modelId="{562D5380-4D27-4A4B-B749-64C6B8A5648C}">
      <dsp:nvSpPr>
        <dsp:cNvPr id="0" name=""/>
        <dsp:cNvSpPr/>
      </dsp:nvSpPr>
      <dsp:spPr>
        <a:xfrm>
          <a:off x="7245914" y="62973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48AB8-DEB4-49E1-B659-552E1D69817A}">
      <dsp:nvSpPr>
        <dsp:cNvPr id="0" name=""/>
        <dsp:cNvSpPr/>
      </dsp:nvSpPr>
      <dsp:spPr>
        <a:xfrm>
          <a:off x="5841914" y="226787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200" kern="1200"/>
            <a:t>Prix final = 0 euros</a:t>
          </a:r>
          <a:endParaRPr lang="en-US" sz="2200" kern="1200"/>
        </a:p>
      </dsp:txBody>
      <dsp:txXfrm>
        <a:off x="5841914" y="2267872"/>
        <a:ext cx="4320000" cy="648000"/>
      </dsp:txXfrm>
    </dsp:sp>
    <dsp:sp modelId="{16F89F88-CC6E-4B74-9218-4BF77476FDB4}">
      <dsp:nvSpPr>
        <dsp:cNvPr id="0" name=""/>
        <dsp:cNvSpPr/>
      </dsp:nvSpPr>
      <dsp:spPr>
        <a:xfrm>
          <a:off x="5841914" y="2974539"/>
          <a:ext cx="4320000" cy="588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FF367A3-CE82-42B9-40C4-A1959DF7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F761A7FB-634A-C751-E79F-9934988CC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76736F13-B0EF-BC41-6EA9-B98231D81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143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F6C4360-56E0-592B-00D6-BEB3783F8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>
            <a:extLst>
              <a:ext uri="{FF2B5EF4-FFF2-40B4-BE49-F238E27FC236}">
                <a16:creationId xmlns:a16="http://schemas.microsoft.com/office/drawing/2014/main" id="{E41CE042-3FA2-CB9C-2EC6-D1FAFB29A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>
            <a:extLst>
              <a:ext uri="{FF2B5EF4-FFF2-40B4-BE49-F238E27FC236}">
                <a16:creationId xmlns:a16="http://schemas.microsoft.com/office/drawing/2014/main" id="{2A6976B8-82F6-4163-75D3-AF31FBBF0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7510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F7D5AB8-FBEA-C8C1-4DA8-68550102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>
            <a:extLst>
              <a:ext uri="{FF2B5EF4-FFF2-40B4-BE49-F238E27FC236}">
                <a16:creationId xmlns:a16="http://schemas.microsoft.com/office/drawing/2014/main" id="{0BDE4482-254B-FE11-4EE5-551D1595D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>
            <a:extLst>
              <a:ext uri="{FF2B5EF4-FFF2-40B4-BE49-F238E27FC236}">
                <a16:creationId xmlns:a16="http://schemas.microsoft.com/office/drawing/2014/main" id="{CF1A11CC-C8BD-E42D-82C6-8AD6425A1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2846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815746E5-7F8D-D913-D261-C76C4088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>
            <a:extLst>
              <a:ext uri="{FF2B5EF4-FFF2-40B4-BE49-F238E27FC236}">
                <a16:creationId xmlns:a16="http://schemas.microsoft.com/office/drawing/2014/main" id="{370569B8-5046-F8F1-AA2F-A490F1E11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>
            <a:extLst>
              <a:ext uri="{FF2B5EF4-FFF2-40B4-BE49-F238E27FC236}">
                <a16:creationId xmlns:a16="http://schemas.microsoft.com/office/drawing/2014/main" id="{7B93B7E8-07BE-1B3B-D9D1-77692DD88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0247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sz="4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r>
              <a:rPr lang="fr-FR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605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</a:p>
          <a:p>
            <a:pPr marL="228600" lvl="0" indent="-226059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21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  <a:prstGeom prst="rect">
            <a:avLst/>
          </a:prstGeom>
        </p:spPr>
        <p:txBody>
          <a:bodyPr spcFirstLastPara="1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 dirty="0">
                <a:latin typeface="Montserrat"/>
                <a:ea typeface="Montserrat"/>
                <a:cs typeface="Montserrat"/>
                <a:sym typeface="Montserrat"/>
              </a:rPr>
              <a:t>Présentation </a:t>
            </a:r>
            <a:br>
              <a:rPr lang="fr-FR" sz="4000" b="1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4000" b="1" dirty="0">
                <a:latin typeface="Montserrat"/>
                <a:ea typeface="Montserrat"/>
                <a:cs typeface="Montserrat"/>
                <a:sym typeface="Montserrat"/>
              </a:rPr>
              <a:t>du projet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5E38E48-981D-C07B-2412-22707C8941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960"/>
          <a:stretch>
            <a:fillRect/>
          </a:stretch>
        </p:blipFill>
        <p:spPr>
          <a:xfrm>
            <a:off x="20" y="432"/>
            <a:ext cx="12191980" cy="4244759"/>
          </a:xfrm>
          <a:prstGeom prst="rect">
            <a:avLst/>
          </a:prstGeom>
        </p:spPr>
      </p:pic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6096000" y="4583953"/>
            <a:ext cx="5638800" cy="1465973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>
              <a:spcBef>
                <a:spcPts val="0"/>
              </a:spcBef>
              <a:spcAft>
                <a:spcPts val="600"/>
              </a:spcAft>
              <a:buSzPts val="2800"/>
              <a:buNone/>
            </a:pPr>
            <a:r>
              <a:rPr lang="fr-FR" sz="1200" dirty="0">
                <a:latin typeface="Montserrat"/>
                <a:ea typeface="Montserrat"/>
                <a:cs typeface="Montserrat"/>
                <a:sym typeface="Montserrat"/>
              </a:rPr>
              <a:t>Le client « </a:t>
            </a:r>
            <a:r>
              <a:rPr lang="fr-FR" sz="1200" b="1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r>
              <a:rPr lang="fr-FR" sz="1200" dirty="0">
                <a:latin typeface="Montserrat"/>
                <a:ea typeface="Montserrat"/>
                <a:cs typeface="Montserrat"/>
                <a:sym typeface="Montserrat"/>
              </a:rPr>
              <a:t> », une entreprise mondiale spécialisée dans la conception, le développement, la fabrication et la maintenance des avions est à la recherche d’un profil « </a:t>
            </a:r>
            <a:r>
              <a:rPr lang="fr-FR" sz="1200" b="1" dirty="0">
                <a:latin typeface="Montserrat"/>
                <a:ea typeface="Montserrat"/>
                <a:cs typeface="Montserrat"/>
                <a:sym typeface="Montserrat"/>
              </a:rPr>
              <a:t>Data </a:t>
            </a:r>
            <a:r>
              <a:rPr lang="fr-FR" sz="1200" b="1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sz="1200" b="1" dirty="0">
                <a:latin typeface="Montserrat"/>
                <a:ea typeface="Montserrat"/>
                <a:cs typeface="Montserrat"/>
                <a:sym typeface="Montserrat"/>
              </a:rPr>
              <a:t> Chef de projet expérimenté </a:t>
            </a:r>
            <a:r>
              <a:rPr lang="fr-FR" sz="1200" dirty="0">
                <a:latin typeface="Montserrat"/>
                <a:ea typeface="Montserrat"/>
                <a:cs typeface="Montserrat"/>
                <a:sym typeface="Montserrat"/>
              </a:rPr>
              <a:t>». 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SzPts val="2800"/>
              <a:buNone/>
            </a:pPr>
            <a:r>
              <a:rPr lang="fr-FR" sz="1200" dirty="0">
                <a:latin typeface="Montserrat"/>
                <a:ea typeface="Montserrat"/>
                <a:cs typeface="Montserrat"/>
                <a:sym typeface="Montserrat"/>
              </a:rPr>
              <a:t>Pour répondre à l’offre proposé, on construit dans ce projet un portfolio fonctionnel « </a:t>
            </a:r>
            <a:r>
              <a:rPr lang="fr-FR" sz="1200" b="1" dirty="0">
                <a:latin typeface="Montserrat"/>
                <a:ea typeface="Montserrat"/>
                <a:cs typeface="Montserrat"/>
                <a:sym typeface="Montserrat"/>
              </a:rPr>
              <a:t>Consultant Data </a:t>
            </a:r>
            <a:r>
              <a:rPr lang="fr-FR" sz="1200" b="1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sz="1200" b="1" dirty="0"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fr-FR" sz="1200" dirty="0">
                <a:latin typeface="Montserrat"/>
                <a:ea typeface="Montserrat"/>
                <a:cs typeface="Montserrat"/>
                <a:sym typeface="Montserrat"/>
              </a:rPr>
              <a:t>».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</p:txBody>
      </p:sp>
      <p:sp>
        <p:nvSpPr>
          <p:cNvPr id="117" name="Google Shape;103;p16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Besoins du client en recrutement</a:t>
            </a: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Construire un portfolio fonctionnel « </a:t>
            </a:r>
            <a:r>
              <a:rPr lang="fr-FR" sz="1700" b="1" dirty="0">
                <a:latin typeface="Montserrat"/>
                <a:ea typeface="Montserrat"/>
                <a:cs typeface="Montserrat"/>
                <a:sym typeface="Montserrat"/>
              </a:rPr>
              <a:t>Consultant Data </a:t>
            </a:r>
            <a:r>
              <a:rPr lang="fr-FR" sz="1700" b="1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sz="1700" b="1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» pour présenter le profil et démontrer les compétences à travers des livrables de leurs demandes</a:t>
            </a:r>
            <a:endParaRPr lang="fr-FR" sz="1700" strike="sngStrike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1" indent="0">
              <a:spcBef>
                <a:spcPts val="1000"/>
              </a:spcBef>
              <a:buSzPts val="2800"/>
              <a:buNone/>
            </a:pPr>
            <a:endParaRPr lang="fr-FR"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Raisons du besoin de l’entreprise client 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Améliorer leurs contraintes en termes de data et assurer l’innovation à travers leur management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Gérer les données à grandes échelles, massives de sources diverses 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Prévoir les besoins en maintenance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z="1700" dirty="0">
                <a:latin typeface="Montserrat"/>
                <a:ea typeface="Montserrat"/>
                <a:cs typeface="Montserrat"/>
                <a:sym typeface="Montserrat"/>
              </a:rPr>
              <a:t>Garantir la sécurité des données et des vols</a:t>
            </a:r>
          </a:p>
          <a:p>
            <a:pPr marL="914400" lvl="2" indent="0">
              <a:spcBef>
                <a:spcPts val="1000"/>
              </a:spcBef>
              <a:buSzPts val="2800"/>
              <a:buNone/>
            </a:pPr>
            <a:endParaRPr lang="fr-FR" sz="17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Composition de l’équipe projet portfolio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Data </a:t>
            </a:r>
            <a:r>
              <a:rPr lang="fr-FR" sz="2000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endParaRPr lang="fr-FR" sz="20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65200" lvl="2" indent="0">
              <a:spcBef>
                <a:spcPts val="1000"/>
              </a:spcBef>
              <a:buSzPts val="2800"/>
              <a:buNone/>
            </a:pP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1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Principes ergonomiques du portfolio</a:t>
            </a:r>
          </a:p>
          <a:p>
            <a:pPr marL="685800" lvl="1" indent="-228600">
              <a:spcBef>
                <a:spcPts val="0"/>
              </a:spcBef>
              <a:spcAft>
                <a:spcPts val="600"/>
              </a:spcAft>
              <a:buSzPts val="2800"/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Identique pour tous les utilisateurs GitHub</a:t>
            </a:r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SzPts val="2800"/>
              <a:buFont typeface="Montserrat"/>
              <a:buChar char="•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marL="685800" lvl="1" indent="-228600">
              <a:spcBef>
                <a:spcPts val="0"/>
              </a:spcBef>
              <a:spcAft>
                <a:spcPts val="600"/>
              </a:spcAft>
              <a:buSzPts val="2800"/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Construire un menu (README) pour guider la navigation et prioriser les informations</a:t>
            </a:r>
          </a:p>
          <a:p>
            <a:pPr marL="1143000" lvl="2" indent="-228600">
              <a:spcBef>
                <a:spcPts val="0"/>
              </a:spcBef>
              <a:spcAft>
                <a:spcPts val="600"/>
              </a:spcAft>
              <a:buSzPts val="2800"/>
              <a:buFont typeface="Montserrat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Contexte / Accueil </a:t>
            </a:r>
          </a:p>
          <a:p>
            <a:pPr marL="1143000" lvl="2" indent="-228600">
              <a:spcBef>
                <a:spcPts val="0"/>
              </a:spcBef>
              <a:spcAft>
                <a:spcPts val="600"/>
              </a:spcAft>
              <a:buSzPts val="2800"/>
              <a:buFont typeface="Montserrat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Projets </a:t>
            </a:r>
          </a:p>
          <a:p>
            <a:pPr marL="1143000" lvl="2" indent="-228600">
              <a:spcBef>
                <a:spcPts val="0"/>
              </a:spcBef>
              <a:spcAft>
                <a:spcPts val="600"/>
              </a:spcAft>
              <a:buSzPts val="2800"/>
              <a:buFont typeface="Montserrat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Compétences </a:t>
            </a:r>
          </a:p>
          <a:p>
            <a:pPr marL="1143000" lvl="2" indent="-228600">
              <a:spcBef>
                <a:spcPts val="0"/>
              </a:spcBef>
              <a:spcAft>
                <a:spcPts val="600"/>
              </a:spcAft>
              <a:buSzPts val="2800"/>
              <a:buFont typeface="Montserrat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 lang="fr-FR"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" name="Rectangle 14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4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Liste des fonctionnalités qui vont être mises en place </a:t>
            </a: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Prise en compte du besoin client et de ses potentielles évolutions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Présenter mon profil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Présenter les projets réalisés dans le passé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Présentation des projets </a:t>
            </a:r>
            <a:r>
              <a:rPr lang="fr-FR" sz="1400" dirty="0" err="1">
                <a:latin typeface="Montserrat"/>
                <a:ea typeface="Montserrat"/>
                <a:cs typeface="Montserrat"/>
                <a:sym typeface="Montserrat"/>
              </a:rPr>
              <a:t>Openclassrooms</a:t>
            </a: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 réalisés, y compris les livrables demandés par le client</a:t>
            </a:r>
          </a:p>
          <a:p>
            <a:pPr marL="685800" lvl="1" indent="-228600" rtl="0"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sz="1800" dirty="0">
                <a:latin typeface="Montserrat"/>
                <a:ea typeface="Montserrat"/>
                <a:cs typeface="Montserrat"/>
                <a:sym typeface="Montserrat"/>
              </a:rPr>
              <a:t>Prise en compte de la législation française et européenne (RGPD)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Vérification de collecte des données (emails, noms, cookies, statistiques visiteurs) : </a:t>
            </a:r>
            <a:r>
              <a:rPr lang="fr-FR" sz="1400" b="1" dirty="0">
                <a:latin typeface="Montserrat"/>
                <a:ea typeface="Montserrat"/>
                <a:cs typeface="Montserrat"/>
                <a:sym typeface="Montserrat"/>
              </a:rPr>
              <a:t>Aucune donnée personnelles n’est collectée sur le 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3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Choix techniques pour le portfolio </a:t>
            </a:r>
          </a:p>
          <a:p>
            <a:pPr marL="685800" lvl="1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Nom de l'hébergeur : GitHub Pages</a:t>
            </a:r>
          </a:p>
          <a:p>
            <a:pPr marL="685800" lvl="1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Nom de domaine : https://rongcai.github.io/</a:t>
            </a:r>
          </a:p>
          <a:p>
            <a:pPr marL="685800" lvl="1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Compatibilité : ordinateurs, tablettes, smartphones</a:t>
            </a:r>
          </a:p>
          <a:p>
            <a:pPr marL="685800" lvl="1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Navigateurs compatibles : Chrome, Firefox, Edge, Safari</a:t>
            </a:r>
          </a:p>
          <a:p>
            <a:pPr marL="685800" lvl="1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Extensions : 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HTML/CSS/JS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 err="1">
                <a:latin typeface="Montserrat"/>
                <a:ea typeface="Montserrat"/>
                <a:cs typeface="Montserrat"/>
                <a:sym typeface="Montserrat"/>
              </a:rPr>
              <a:t>Plotly</a:t>
            </a: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, D3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Python &amp; R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Power BI </a:t>
            </a:r>
            <a:r>
              <a:rPr lang="fr-FR" sz="1400" dirty="0" err="1">
                <a:latin typeface="Montserrat"/>
                <a:ea typeface="Montserrat"/>
                <a:cs typeface="Montserrat"/>
                <a:sym typeface="Montserrat"/>
              </a:rPr>
              <a:t>embed</a:t>
            </a:r>
            <a:endParaRPr lang="fr-FR" sz="14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Sécurité et sauvegarde : 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HTTPS activé</a:t>
            </a:r>
          </a:p>
          <a:p>
            <a:pPr marL="1143000" lvl="2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Aucune donnée sensible stockée</a:t>
            </a:r>
          </a:p>
          <a:p>
            <a:pPr marL="685800" lvl="1" indent="-228600">
              <a:spcBef>
                <a:spcPts val="1000"/>
              </a:spcBef>
              <a:buFont typeface="Montserrat"/>
              <a:buChar char="•"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Respect du RGPD : </a:t>
            </a:r>
            <a:r>
              <a:rPr lang="fr-FR" sz="1400" b="1" dirty="0">
                <a:latin typeface="Montserrat"/>
                <a:ea typeface="Montserrat"/>
                <a:cs typeface="Montserrat"/>
                <a:sym typeface="Montserrat"/>
              </a:rPr>
              <a:t>Aucune collecte de données personnelles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457200" lvl="0" indent="-334327" rtl="0">
              <a:spcBef>
                <a:spcPts val="0"/>
              </a:spcBef>
              <a:spcAft>
                <a:spcPts val="600"/>
              </a:spcAft>
              <a:buSzPct val="64285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Contraintes à prendre en compte : </a:t>
            </a:r>
          </a:p>
          <a:p>
            <a:pPr marL="914400" lvl="1" indent="-334327" rtl="0">
              <a:spcBef>
                <a:spcPts val="0"/>
              </a:spcBef>
              <a:spcAft>
                <a:spcPts val="600"/>
              </a:spcAft>
              <a:buSzPct val="750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Technique :  GitHub Pages est un site d’hébergement statique </a:t>
            </a:r>
          </a:p>
          <a:p>
            <a:pPr marL="914400" lvl="1" indent="-334327" rtl="0">
              <a:spcBef>
                <a:spcPts val="0"/>
              </a:spcBef>
              <a:spcAft>
                <a:spcPts val="600"/>
              </a:spcAft>
              <a:buSzPct val="750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Temps : A réaliser avant  15/06/2026 pour préparer la soutenance</a:t>
            </a:r>
          </a:p>
          <a:p>
            <a:pPr marL="914400" lvl="1" indent="-334327" rtl="0">
              <a:spcBef>
                <a:spcPts val="0"/>
              </a:spcBef>
              <a:spcAft>
                <a:spcPts val="600"/>
              </a:spcAft>
              <a:buSzPct val="750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Budget : 0 euros</a:t>
            </a:r>
          </a:p>
          <a:p>
            <a:pPr marL="914400" lvl="1" indent="-334327" rtl="0">
              <a:spcBef>
                <a:spcPts val="0"/>
              </a:spcBef>
              <a:spcAft>
                <a:spcPts val="600"/>
              </a:spcAft>
              <a:buSzPct val="75000"/>
              <a:buFont typeface="Montserrat"/>
              <a:buChar char="•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Chartes : Limité par celles de GitHub 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fr-FR"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4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401F452C-2D61-554B-11BE-4AC085E1D1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7831552"/>
              </p:ext>
            </p:extLst>
          </p:nvPr>
        </p:nvGraphicFramePr>
        <p:xfrm>
          <a:off x="1327453" y="2318558"/>
          <a:ext cx="9537090" cy="3818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0" name="Rectangle 14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884418C2-087A-20B7-936A-E33C522698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5784406"/>
              </p:ext>
            </p:extLst>
          </p:nvPr>
        </p:nvGraphicFramePr>
        <p:xfrm>
          <a:off x="1450660" y="2105083"/>
          <a:ext cx="9290676" cy="4245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7" name="Rectangle 15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4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</p:txBody>
      </p:sp>
      <p:graphicFrame>
        <p:nvGraphicFramePr>
          <p:cNvPr id="153" name="Google Shape;151;p24">
            <a:extLst>
              <a:ext uri="{FF2B5EF4-FFF2-40B4-BE49-F238E27FC236}">
                <a16:creationId xmlns:a16="http://schemas.microsoft.com/office/drawing/2014/main" id="{5C5D83C0-31CC-1A49-69C3-DDAD2E9051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10043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F100F554-CD1F-D511-447F-974F4CE0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>
            <a:extLst>
              <a:ext uri="{FF2B5EF4-FFF2-40B4-BE49-F238E27FC236}">
                <a16:creationId xmlns:a16="http://schemas.microsoft.com/office/drawing/2014/main" id="{6FA815C5-F439-3654-BEDB-8477E34A4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702D99B5-A5EA-B9F7-5E9C-7F85E5828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Besoins de l’entreprise/ du client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Construire un portfolio fonctionnel </a:t>
            </a:r>
            <a:r>
              <a:rPr lang="fr-FR" strike="sngStrike" dirty="0">
                <a:latin typeface="Montserrat"/>
                <a:ea typeface="Montserrat"/>
                <a:cs typeface="Montserrat"/>
                <a:sym typeface="Montserrat"/>
              </a:rPr>
              <a:t>Chef de projet confirmé, polyvalent pour manager l’équipe, innover dans la gestion des données massives et donner des conseils aux clients</a:t>
            </a:r>
          </a:p>
          <a:p>
            <a:pPr marL="457200" lvl="1" indent="0">
              <a:spcBef>
                <a:spcPts val="1000"/>
              </a:spcBef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Raisons du besoin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b="1" dirty="0"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Contraintes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en termes de data pour : 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Améliorer la performance dans le domaine de Data :</a:t>
            </a: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innover et proposer des solutions de pointe </a:t>
            </a: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gérer les données à grandes échelles, massives de sources diverses </a:t>
            </a: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prévoir les besoins en maintenance</a:t>
            </a: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garantir la sécurité des données et des vols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innover et proposer des solutions de pointe </a:t>
            </a:r>
            <a:r>
              <a:rPr lang="fr-FR" strike="sngStrike" dirty="0">
                <a:latin typeface="Montserrat"/>
                <a:ea typeface="Montserrat"/>
                <a:cs typeface="Montserrat"/>
                <a:sym typeface="Montserrat"/>
              </a:rPr>
              <a:t>(Développer et déployer au moins 3 solutions innovantes basées sur l’analyse de données et l’intelligence artificielle d’ici 12 mois afin d’améliorer la performance opérationnelle et la satisfaction des utilisateurs.)</a:t>
            </a: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gérer les données à grandes échelles, massives de sources diverses (Mettre en place une infrastructure centralisée permettant de collecter, stocker et traiter 95 % des données provenant des différentes sources de l’entreprise dans un délai de 9 mois.)</a:t>
            </a: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prévoir les besoins en maintenance (Déployer un modèle prédictif de maintenance permettant de réduire de 20 % les pannes imprévues dans les 18 prochains mois.)</a:t>
            </a:r>
          </a:p>
          <a:p>
            <a:pPr marL="1143000" lvl="2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garantir la sécurité des données et des vols (Mettre en place un système de contrôle et de cybersécurité permettant de réduire de 30 % les incidents de sécurité et d’assurer une surveillance continue des systèmes d’ici 1 an.)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strike="sngStrike" dirty="0">
                <a:latin typeface="Montserrat"/>
                <a:ea typeface="Montserrat"/>
                <a:cs typeface="Montserrat"/>
                <a:sym typeface="Montserrat"/>
              </a:rPr>
              <a:t>Objectifs SMART d’élaboration d’un portfolio</a:t>
            </a:r>
          </a:p>
          <a:p>
            <a:pPr marL="685800" lvl="1" indent="-228600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strike="sngStrike" dirty="0">
                <a:latin typeface="Montserrat"/>
                <a:ea typeface="Montserrat"/>
                <a:cs typeface="Montserrat"/>
                <a:sym typeface="Montserrat"/>
              </a:rPr>
              <a:t>Spécifique, Mesurable, Atteignable, Réaliste, Temporel</a:t>
            </a:r>
          </a:p>
        </p:txBody>
      </p:sp>
    </p:spTree>
    <p:extLst>
      <p:ext uri="{BB962C8B-B14F-4D97-AF65-F5344CB8AC3E}">
        <p14:creationId xmlns:p14="http://schemas.microsoft.com/office/powerpoint/2010/main" val="20260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97C3742F-2621-80FA-986E-6518111E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>
            <a:extLst>
              <a:ext uri="{FF2B5EF4-FFF2-40B4-BE49-F238E27FC236}">
                <a16:creationId xmlns:a16="http://schemas.microsoft.com/office/drawing/2014/main" id="{833E306C-8594-A373-04DF-671811BBD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>
            <a:extLst>
              <a:ext uri="{FF2B5EF4-FFF2-40B4-BE49-F238E27FC236}">
                <a16:creationId xmlns:a16="http://schemas.microsoft.com/office/drawing/2014/main" id="{9B90CB35-C7FB-6E08-A3FB-A4DC48D84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ergonomiques du portfolio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Présenter mon profil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Présenter les projets réalisés dans le passé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marL="685800"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Construire un menu (README) pour guider la navigation</a:t>
            </a:r>
          </a:p>
          <a:p>
            <a:pPr marL="685800"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Prioriser les informations </a:t>
            </a:r>
          </a:p>
          <a:p>
            <a:pPr marL="685800"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Navigation reste simple :</a:t>
            </a:r>
          </a:p>
          <a:p>
            <a:pPr marL="1143000" lvl="2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Contexte /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Acceuil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=&gt; profil, domaine, outils (Data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/Automation/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Insurance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Analytics)</a:t>
            </a:r>
          </a:p>
          <a:p>
            <a:pPr marL="1143000" lvl="2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Projets (Objectif, livrables) =&gt; (contexte, outils, problématique, résultat, captures ou workflow)</a:t>
            </a:r>
          </a:p>
          <a:p>
            <a:pPr marL="1143000" lvl="2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Compétences (Data : R, SQL, Python; BI : Power BI, Power Query; Automation : VBA;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Reporting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Excel, PPT)</a:t>
            </a:r>
          </a:p>
          <a:p>
            <a:pPr marL="1143000" lvl="2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Contact (email,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Linkedin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7649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903A4F06-E4B1-08D8-3D00-3F3D5878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>
            <a:extLst>
              <a:ext uri="{FF2B5EF4-FFF2-40B4-BE49-F238E27FC236}">
                <a16:creationId xmlns:a16="http://schemas.microsoft.com/office/drawing/2014/main" id="{66E60140-1C37-D3CF-16B7-810F1E402F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>
            <a:extLst>
              <a:ext uri="{FF2B5EF4-FFF2-40B4-BE49-F238E27FC236}">
                <a16:creationId xmlns:a16="http://schemas.microsoft.com/office/drawing/2014/main" id="{335DF336-8898-9144-A829-3BDF2CED9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ergonomiques du portfolio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Couleurs cohérents, texte lisible 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Présente l’information organisées, le Profil (personnalité, projets menés, compétences acquises, soft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skills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) </a:t>
            </a:r>
          </a:p>
          <a:p>
            <a:pPr marL="800100" lvl="1">
              <a:spcBef>
                <a:spcPts val="0"/>
              </a:spcBef>
              <a:buSzPts val="2800"/>
              <a:buFont typeface="Symbol" panose="05050102010706020507" pitchFamily="18" charset="2"/>
              <a:buChar char="Þ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Une page pour profil propre</a:t>
            </a:r>
          </a:p>
          <a:p>
            <a:pPr marL="800100" lvl="1">
              <a:spcBef>
                <a:spcPts val="0"/>
              </a:spcBef>
              <a:buSzPts val="2800"/>
              <a:buFont typeface="Symbol" panose="05050102010706020507" pitchFamily="18" charset="2"/>
              <a:buChar char="Þ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Une page pour tous les projets réalisés</a:t>
            </a:r>
          </a:p>
          <a:p>
            <a:pPr marL="800100" lvl="1">
              <a:spcBef>
                <a:spcPts val="0"/>
              </a:spcBef>
              <a:buSzPts val="2800"/>
              <a:buFont typeface="Symbol" panose="05050102010706020507" pitchFamily="18" charset="2"/>
              <a:buChar char="Þ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Une page pour  Gantt (pour le projet portfolio)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marL="685800"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Facilite la recherche d’information</a:t>
            </a:r>
          </a:p>
          <a:p>
            <a:pPr marL="685800"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Comprendre où l’on se situe</a:t>
            </a:r>
          </a:p>
          <a:p>
            <a:pPr marL="685800"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Accéder facilement différentes pages</a:t>
            </a:r>
          </a:p>
          <a:p>
            <a:pPr marL="685800"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Prioriser les informations (projet en avant)</a:t>
            </a:r>
          </a:p>
          <a:p>
            <a:pPr marL="520700" lvl="1" indent="0">
              <a:spcBef>
                <a:spcPts val="0"/>
              </a:spcBef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=&gt; Création de menu, barre de navigation, liens bien identifiés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12344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des dates clés du projet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Diagramme Gantt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Harmoniser et centraliser les données provenant de différents pays (1 an et demi)</a:t>
            </a:r>
          </a:p>
          <a:p>
            <a:pPr marL="685800" lvl="1" indent="-228600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Mettre en place un système de protection des données contre le cyber (2 an)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E4C23E7E-B58E-0199-6120-5582F6C4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>
            <a:extLst>
              <a:ext uri="{FF2B5EF4-FFF2-40B4-BE49-F238E27FC236}">
                <a16:creationId xmlns:a16="http://schemas.microsoft.com/office/drawing/2014/main" id="{13DAF29F-9657-CB09-603D-370B45CE7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strike="sngStrike" dirty="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 strike="sngStrike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>
            <a:extLst>
              <a:ext uri="{FF2B5EF4-FFF2-40B4-BE49-F238E27FC236}">
                <a16:creationId xmlns:a16="http://schemas.microsoft.com/office/drawing/2014/main" id="{73C4A9EC-9E41-7B03-B95A-36E9E374C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et coût des différentes catégories du devis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RH, achats matériels et immatériels ainsi que la marge commerciale 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???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Prix final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600249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Présentation_P5+DA</Template>
  <TotalTime>6541</TotalTime>
  <Words>1050</Words>
  <Application>Microsoft Office PowerPoint</Application>
  <PresentationFormat>Grand écran</PresentationFormat>
  <Paragraphs>149</Paragraphs>
  <Slides>17</Slides>
  <Notes>17</Notes>
  <HiddenSlides>5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Montserrat</vt:lpstr>
      <vt:lpstr>Calibri</vt:lpstr>
      <vt:lpstr>Arial</vt:lpstr>
      <vt:lpstr>Symbol</vt:lpstr>
      <vt:lpstr>Thème Office</vt:lpstr>
      <vt:lpstr>Cahier des charges</vt:lpstr>
      <vt:lpstr>Sommaire</vt:lpstr>
      <vt:lpstr>Présentation  du projet</vt:lpstr>
      <vt:lpstr>Enjeux et objectifs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 (1)</vt:lpstr>
      <vt:lpstr>Qualité et performance (2)</vt:lpstr>
      <vt:lpstr>Rétroplanning</vt:lpstr>
      <vt:lpstr>Devis</vt:lpstr>
      <vt:lpstr>Enjeux et objectifs</vt:lpstr>
      <vt:lpstr>Spécifications ergonomiques</vt:lpstr>
      <vt:lpstr>Spécifications ergonomiques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rong CAI</cp:lastModifiedBy>
  <cp:revision>2</cp:revision>
  <dcterms:modified xsi:type="dcterms:W3CDTF">2026-06-16T21:20:11Z</dcterms:modified>
</cp:coreProperties>
</file>