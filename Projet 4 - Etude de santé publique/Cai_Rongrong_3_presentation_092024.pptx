
<file path=[Content_Types].xml><?xml version="1.0" encoding="utf-8"?>
<Types xmlns="http://schemas.openxmlformats.org/package/2006/content-types">
  <Default Extension="fntdata" ContentType="application/x-fontdata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trictFirstAndLastChars="0" embedTrueTypeFonts="1" saveSubsetFonts="1" autoCompressPictures="0">
  <p:sldMasterIdLst>
    <p:sldMasterId id="2147483648" r:id="rId1"/>
  </p:sldMasterIdLst>
  <p:notesMasterIdLst>
    <p:notesMasterId r:id="rId18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9" r:id="rId14"/>
    <p:sldId id="270" r:id="rId15"/>
    <p:sldId id="272" r:id="rId16"/>
    <p:sldId id="271" r:id="rId17"/>
  </p:sldIdLst>
  <p:sldSz cx="12192000" cy="6858000"/>
  <p:notesSz cx="6858000" cy="9144000"/>
  <p:embeddedFontLst>
    <p:embeddedFont>
      <p:font typeface="Century Gothic" panose="020B0502020202020204" pitchFamily="34" charset="0"/>
      <p:regular r:id="rId19"/>
      <p:bold r:id="rId20"/>
      <p:italic r:id="rId21"/>
      <p:boldItalic r:id="rId22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  <p:ext uri="GoogleSlidesCustomDataVersion2">
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r:id="rId25" roundtripDataSignature="AMtx7mirjfFyYNBG5sNntC35Cbhoqt17Cg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91D1272B-FAE6-4E09-AE1E-6C3747CEE22F}" v="183" dt="2024-11-20T22:47:51.256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2309" autoAdjust="0"/>
    <p:restoredTop sz="94660"/>
  </p:normalViewPr>
  <p:slideViewPr>
    <p:cSldViewPr snapToGrid="0">
      <p:cViewPr varScale="1">
        <p:scale>
          <a:sx n="58" d="100"/>
          <a:sy n="58" d="100"/>
        </p:scale>
        <p:origin x="708" y="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26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font" Target="fonts/font3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customschemas.google.com/relationships/presentationmetadata" Target="metadata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font" Target="fonts/font2.fntdata"/><Relationship Id="rId29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8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font" Target="fonts/font1.fntdata"/><Relationship Id="rId31" Type="http://schemas.microsoft.com/office/2015/10/relationships/revisionInfo" Target="revisionInfo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4.fntdata"/><Relationship Id="rId27" Type="http://schemas.openxmlformats.org/officeDocument/2006/relationships/viewProps" Target="viewProps.xml"/><Relationship Id="rId30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rong CAI" userId="f0793ddbe13bc247" providerId="LiveId" clId="{91D1272B-FAE6-4E09-AE1E-6C3747CEE22F}"/>
    <pc:docChg chg="undo redo custSel addSld delSld modSld sldOrd">
      <pc:chgData name="rong CAI" userId="f0793ddbe13bc247" providerId="LiveId" clId="{91D1272B-FAE6-4E09-AE1E-6C3747CEE22F}" dt="2024-11-20T22:55:34.985" v="9486" actId="20577"/>
      <pc:docMkLst>
        <pc:docMk/>
      </pc:docMkLst>
      <pc:sldChg chg="addSp delSp modSp mod">
        <pc:chgData name="rong CAI" userId="f0793ddbe13bc247" providerId="LiveId" clId="{91D1272B-FAE6-4E09-AE1E-6C3747CEE22F}" dt="2024-11-20T22:48:22.241" v="9449" actId="14100"/>
        <pc:sldMkLst>
          <pc:docMk/>
          <pc:sldMk cId="0" sldId="256"/>
        </pc:sldMkLst>
        <pc:spChg chg="mod">
          <ac:chgData name="rong CAI" userId="f0793ddbe13bc247" providerId="LiveId" clId="{91D1272B-FAE6-4E09-AE1E-6C3747CEE22F}" dt="2024-11-20T22:47:51.254" v="9447" actId="12788"/>
          <ac:spMkLst>
            <pc:docMk/>
            <pc:sldMk cId="0" sldId="256"/>
            <ac:spMk id="121" creationId="{00000000-0000-0000-0000-000000000000}"/>
          </ac:spMkLst>
        </pc:spChg>
        <pc:spChg chg="mod">
          <ac:chgData name="rong CAI" userId="f0793ddbe13bc247" providerId="LiveId" clId="{91D1272B-FAE6-4E09-AE1E-6C3747CEE22F}" dt="2024-11-20T22:47:51.254" v="9447" actId="12788"/>
          <ac:spMkLst>
            <pc:docMk/>
            <pc:sldMk cId="0" sldId="256"/>
            <ac:spMk id="122" creationId="{00000000-0000-0000-0000-000000000000}"/>
          </ac:spMkLst>
        </pc:spChg>
        <pc:spChg chg="mod">
          <ac:chgData name="rong CAI" userId="f0793ddbe13bc247" providerId="LiveId" clId="{91D1272B-FAE6-4E09-AE1E-6C3747CEE22F}" dt="2024-11-20T22:48:12.211" v="9448" actId="14100"/>
          <ac:spMkLst>
            <pc:docMk/>
            <pc:sldMk cId="0" sldId="256"/>
            <ac:spMk id="123" creationId="{00000000-0000-0000-0000-000000000000}"/>
          </ac:spMkLst>
        </pc:spChg>
        <pc:picChg chg="mod">
          <ac:chgData name="rong CAI" userId="f0793ddbe13bc247" providerId="LiveId" clId="{91D1272B-FAE6-4E09-AE1E-6C3747CEE22F}" dt="2024-11-20T22:48:22.241" v="9449" actId="14100"/>
          <ac:picMkLst>
            <pc:docMk/>
            <pc:sldMk cId="0" sldId="256"/>
            <ac:picMk id="124" creationId="{00000000-0000-0000-0000-000000000000}"/>
          </ac:picMkLst>
        </pc:picChg>
        <pc:picChg chg="add mod">
          <ac:chgData name="rong CAI" userId="f0793ddbe13bc247" providerId="LiveId" clId="{91D1272B-FAE6-4E09-AE1E-6C3747CEE22F}" dt="2024-11-20T22:47:51.254" v="9447" actId="12788"/>
          <ac:picMkLst>
            <pc:docMk/>
            <pc:sldMk cId="0" sldId="256"/>
            <ac:picMk id="1026" creationId="{14A727CA-ECF1-DA10-784F-AC12B5C181B5}"/>
          </ac:picMkLst>
        </pc:picChg>
      </pc:sldChg>
      <pc:sldChg chg="addSp delSp modSp mod">
        <pc:chgData name="rong CAI" userId="f0793ddbe13bc247" providerId="LiveId" clId="{91D1272B-FAE6-4E09-AE1E-6C3747CEE22F}" dt="2024-11-20T21:43:21.075" v="8757" actId="403"/>
        <pc:sldMkLst>
          <pc:docMk/>
          <pc:sldMk cId="0" sldId="257"/>
        </pc:sldMkLst>
        <pc:spChg chg="mod">
          <ac:chgData name="rong CAI" userId="f0793ddbe13bc247" providerId="LiveId" clId="{91D1272B-FAE6-4E09-AE1E-6C3747CEE22F}" dt="2024-11-20T21:43:21.075" v="8757" actId="403"/>
          <ac:spMkLst>
            <pc:docMk/>
            <pc:sldMk cId="0" sldId="257"/>
            <ac:spMk id="131" creationId="{00000000-0000-0000-0000-000000000000}"/>
          </ac:spMkLst>
        </pc:spChg>
      </pc:sldChg>
      <pc:sldChg chg="addSp delSp modSp mod">
        <pc:chgData name="rong CAI" userId="f0793ddbe13bc247" providerId="LiveId" clId="{91D1272B-FAE6-4E09-AE1E-6C3747CEE22F}" dt="2024-11-20T21:47:20.806" v="8825" actId="255"/>
        <pc:sldMkLst>
          <pc:docMk/>
          <pc:sldMk cId="0" sldId="258"/>
        </pc:sldMkLst>
        <pc:spChg chg="mod">
          <ac:chgData name="rong CAI" userId="f0793ddbe13bc247" providerId="LiveId" clId="{91D1272B-FAE6-4E09-AE1E-6C3747CEE22F}" dt="2024-11-20T21:47:20.806" v="8825" actId="255"/>
          <ac:spMkLst>
            <pc:docMk/>
            <pc:sldMk cId="0" sldId="258"/>
            <ac:spMk id="138" creationId="{00000000-0000-0000-0000-000000000000}"/>
          </ac:spMkLst>
        </pc:spChg>
      </pc:sldChg>
      <pc:sldChg chg="addSp delSp modSp mod">
        <pc:chgData name="rong CAI" userId="f0793ddbe13bc247" providerId="LiveId" clId="{91D1272B-FAE6-4E09-AE1E-6C3747CEE22F}" dt="2024-11-20T21:42:12.365" v="8755" actId="404"/>
        <pc:sldMkLst>
          <pc:docMk/>
          <pc:sldMk cId="0" sldId="259"/>
        </pc:sldMkLst>
        <pc:spChg chg="add mod">
          <ac:chgData name="rong CAI" userId="f0793ddbe13bc247" providerId="LiveId" clId="{91D1272B-FAE6-4E09-AE1E-6C3747CEE22F}" dt="2024-11-20T21:42:12.365" v="8755" actId="404"/>
          <ac:spMkLst>
            <pc:docMk/>
            <pc:sldMk cId="0" sldId="259"/>
            <ac:spMk id="2" creationId="{09BE21BE-66D0-B0D1-769B-33668621B936}"/>
          </ac:spMkLst>
        </pc:spChg>
        <pc:spChg chg="add mod">
          <ac:chgData name="rong CAI" userId="f0793ddbe13bc247" providerId="LiveId" clId="{91D1272B-FAE6-4E09-AE1E-6C3747CEE22F}" dt="2024-11-15T11:11:48.090" v="8528" actId="2711"/>
          <ac:spMkLst>
            <pc:docMk/>
            <pc:sldMk cId="0" sldId="259"/>
            <ac:spMk id="5" creationId="{7B252539-1FAA-82B6-31EB-AA9AD890AD11}"/>
          </ac:spMkLst>
        </pc:spChg>
        <pc:spChg chg="add mod">
          <ac:chgData name="rong CAI" userId="f0793ddbe13bc247" providerId="LiveId" clId="{91D1272B-FAE6-4E09-AE1E-6C3747CEE22F}" dt="2024-11-15T11:12:00.703" v="8530" actId="2711"/>
          <ac:spMkLst>
            <pc:docMk/>
            <pc:sldMk cId="0" sldId="259"/>
            <ac:spMk id="6" creationId="{6B9DC3D0-E510-103F-E5FD-A2F0F9B69C14}"/>
          </ac:spMkLst>
        </pc:spChg>
        <pc:spChg chg="mod">
          <ac:chgData name="rong CAI" userId="f0793ddbe13bc247" providerId="LiveId" clId="{91D1272B-FAE6-4E09-AE1E-6C3747CEE22F}" dt="2024-11-15T10:24:28.642" v="7904" actId="20577"/>
          <ac:spMkLst>
            <pc:docMk/>
            <pc:sldMk cId="0" sldId="259"/>
            <ac:spMk id="145" creationId="{00000000-0000-0000-0000-000000000000}"/>
          </ac:spMkLst>
        </pc:spChg>
        <pc:spChg chg="mod">
          <ac:chgData name="rong CAI" userId="f0793ddbe13bc247" providerId="LiveId" clId="{91D1272B-FAE6-4E09-AE1E-6C3747CEE22F}" dt="2024-11-06T22:45:46.838" v="5907" actId="20577"/>
          <ac:spMkLst>
            <pc:docMk/>
            <pc:sldMk cId="0" sldId="259"/>
            <ac:spMk id="146" creationId="{00000000-0000-0000-0000-000000000000}"/>
          </ac:spMkLst>
        </pc:spChg>
        <pc:grpChg chg="add mod">
          <ac:chgData name="rong CAI" userId="f0793ddbe13bc247" providerId="LiveId" clId="{91D1272B-FAE6-4E09-AE1E-6C3747CEE22F}" dt="2024-10-25T06:16:59.822" v="1847" actId="1076"/>
          <ac:grpSpMkLst>
            <pc:docMk/>
            <pc:sldMk cId="0" sldId="259"/>
            <ac:grpSpMk id="3" creationId="{AD397EA4-E338-9650-B589-6367ED04F617}"/>
          </ac:grpSpMkLst>
        </pc:grpChg>
      </pc:sldChg>
      <pc:sldChg chg="addSp delSp modSp mod">
        <pc:chgData name="rong CAI" userId="f0793ddbe13bc247" providerId="LiveId" clId="{91D1272B-FAE6-4E09-AE1E-6C3747CEE22F}" dt="2024-11-20T21:55:00.406" v="8863" actId="207"/>
        <pc:sldMkLst>
          <pc:docMk/>
          <pc:sldMk cId="0" sldId="260"/>
        </pc:sldMkLst>
        <pc:spChg chg="add mod">
          <ac:chgData name="rong CAI" userId="f0793ddbe13bc247" providerId="LiveId" clId="{91D1272B-FAE6-4E09-AE1E-6C3747CEE22F}" dt="2024-11-20T21:55:00.406" v="8863" actId="207"/>
          <ac:spMkLst>
            <pc:docMk/>
            <pc:sldMk cId="0" sldId="260"/>
            <ac:spMk id="2" creationId="{EC1A37CD-480C-9C2A-7C37-E8BA8336E040}"/>
          </ac:spMkLst>
        </pc:spChg>
        <pc:spChg chg="add mod topLvl">
          <ac:chgData name="rong CAI" userId="f0793ddbe13bc247" providerId="LiveId" clId="{91D1272B-FAE6-4E09-AE1E-6C3747CEE22F}" dt="2024-11-20T21:51:29.465" v="8844" actId="12788"/>
          <ac:spMkLst>
            <pc:docMk/>
            <pc:sldMk cId="0" sldId="260"/>
            <ac:spMk id="5" creationId="{412F0B0A-60F4-CA92-DE19-33D53AD6E4E3}"/>
          </ac:spMkLst>
        </pc:spChg>
        <pc:spChg chg="add mod topLvl">
          <ac:chgData name="rong CAI" userId="f0793ddbe13bc247" providerId="LiveId" clId="{91D1272B-FAE6-4E09-AE1E-6C3747CEE22F}" dt="2024-11-20T21:52:46.592" v="8848" actId="20577"/>
          <ac:spMkLst>
            <pc:docMk/>
            <pc:sldMk cId="0" sldId="260"/>
            <ac:spMk id="7" creationId="{5772DDD9-7C28-231F-D4FB-0B9B7EE80EA7}"/>
          </ac:spMkLst>
        </pc:spChg>
        <pc:spChg chg="add mod">
          <ac:chgData name="rong CAI" userId="f0793ddbe13bc247" providerId="LiveId" clId="{91D1272B-FAE6-4E09-AE1E-6C3747CEE22F}" dt="2024-11-20T21:48:19.474" v="8827" actId="14100"/>
          <ac:spMkLst>
            <pc:docMk/>
            <pc:sldMk cId="0" sldId="260"/>
            <ac:spMk id="8" creationId="{C4FEA4AF-179B-936D-3FB7-BAB26E09F4B6}"/>
          </ac:spMkLst>
        </pc:spChg>
        <pc:spChg chg="add del mod ord">
          <ac:chgData name="rong CAI" userId="f0793ddbe13bc247" providerId="LiveId" clId="{91D1272B-FAE6-4E09-AE1E-6C3747CEE22F}" dt="2024-11-20T21:53:05.375" v="8850" actId="478"/>
          <ac:spMkLst>
            <pc:docMk/>
            <pc:sldMk cId="0" sldId="260"/>
            <ac:spMk id="17" creationId="{9A95581B-FA30-7413-9FA9-8A56525B6C56}"/>
          </ac:spMkLst>
        </pc:spChg>
        <pc:spChg chg="mod">
          <ac:chgData name="rong CAI" userId="f0793ddbe13bc247" providerId="LiveId" clId="{91D1272B-FAE6-4E09-AE1E-6C3747CEE22F}" dt="2024-11-17T14:06:15.091" v="8655"/>
          <ac:spMkLst>
            <pc:docMk/>
            <pc:sldMk cId="0" sldId="260"/>
            <ac:spMk id="152" creationId="{00000000-0000-0000-0000-000000000000}"/>
          </ac:spMkLst>
        </pc:spChg>
        <pc:grpChg chg="add">
          <ac:chgData name="rong CAI" userId="f0793ddbe13bc247" providerId="LiveId" clId="{91D1272B-FAE6-4E09-AE1E-6C3747CEE22F}" dt="2024-11-20T21:51:54.289" v="8846" actId="164"/>
          <ac:grpSpMkLst>
            <pc:docMk/>
            <pc:sldMk cId="0" sldId="260"/>
            <ac:grpSpMk id="3" creationId="{F5CD33CE-CD72-5062-B37B-A96CF0D53AED}"/>
          </ac:grpSpMkLst>
        </pc:grpChg>
        <pc:grpChg chg="add del mod">
          <ac:chgData name="rong CAI" userId="f0793ddbe13bc247" providerId="LiveId" clId="{91D1272B-FAE6-4E09-AE1E-6C3747CEE22F}" dt="2024-11-20T21:51:27.250" v="8843" actId="165"/>
          <ac:grpSpMkLst>
            <pc:docMk/>
            <pc:sldMk cId="0" sldId="260"/>
            <ac:grpSpMk id="9" creationId="{615779E8-E67E-3AC1-DE64-1D4DF0D9B186}"/>
          </ac:grpSpMkLst>
        </pc:grpChg>
      </pc:sldChg>
      <pc:sldChg chg="addSp delSp modSp mod ord">
        <pc:chgData name="rong CAI" userId="f0793ddbe13bc247" providerId="LiveId" clId="{91D1272B-FAE6-4E09-AE1E-6C3747CEE22F}" dt="2024-11-20T21:53:56.605" v="8857" actId="1037"/>
        <pc:sldMkLst>
          <pc:docMk/>
          <pc:sldMk cId="0" sldId="261"/>
        </pc:sldMkLst>
        <pc:spChg chg="add del mod">
          <ac:chgData name="rong CAI" userId="f0793ddbe13bc247" providerId="LiveId" clId="{91D1272B-FAE6-4E09-AE1E-6C3747CEE22F}" dt="2024-11-20T21:53:56.605" v="8857" actId="1037"/>
          <ac:spMkLst>
            <pc:docMk/>
            <pc:sldMk cId="0" sldId="261"/>
            <ac:spMk id="3" creationId="{44712F25-1B7B-5547-CD0D-C4A8992687BC}"/>
          </ac:spMkLst>
        </pc:spChg>
        <pc:spChg chg="add mod topLvl">
          <ac:chgData name="rong CAI" userId="f0793ddbe13bc247" providerId="LiveId" clId="{91D1272B-FAE6-4E09-AE1E-6C3747CEE22F}" dt="2024-11-20T21:51:19.118" v="8842" actId="12788"/>
          <ac:spMkLst>
            <pc:docMk/>
            <pc:sldMk cId="0" sldId="261"/>
            <ac:spMk id="5" creationId="{1E9B5720-4C9F-74A0-6839-F241F630F0F3}"/>
          </ac:spMkLst>
        </pc:spChg>
        <pc:spChg chg="add mod topLvl">
          <ac:chgData name="rong CAI" userId="f0793ddbe13bc247" providerId="LiveId" clId="{91D1272B-FAE6-4E09-AE1E-6C3747CEE22F}" dt="2024-11-20T21:51:19.118" v="8842" actId="12788"/>
          <ac:spMkLst>
            <pc:docMk/>
            <pc:sldMk cId="0" sldId="261"/>
            <ac:spMk id="6" creationId="{4895ACFC-30D9-EA9C-4438-9AC3689752C8}"/>
          </ac:spMkLst>
        </pc:spChg>
        <pc:spChg chg="add mod">
          <ac:chgData name="rong CAI" userId="f0793ddbe13bc247" providerId="LiveId" clId="{91D1272B-FAE6-4E09-AE1E-6C3747CEE22F}" dt="2024-11-20T21:53:56.605" v="8857" actId="1037"/>
          <ac:spMkLst>
            <pc:docMk/>
            <pc:sldMk cId="0" sldId="261"/>
            <ac:spMk id="7" creationId="{732DEE66-C7CC-E7FA-AA10-F7CD0C8868C8}"/>
          </ac:spMkLst>
        </pc:spChg>
        <pc:spChg chg="mod">
          <ac:chgData name="rong CAI" userId="f0793ddbe13bc247" providerId="LiveId" clId="{91D1272B-FAE6-4E09-AE1E-6C3747CEE22F}" dt="2024-11-17T14:06:41.153" v="8656"/>
          <ac:spMkLst>
            <pc:docMk/>
            <pc:sldMk cId="0" sldId="261"/>
            <ac:spMk id="159" creationId="{00000000-0000-0000-0000-000000000000}"/>
          </ac:spMkLst>
        </pc:spChg>
        <pc:spChg chg="del mod ord">
          <ac:chgData name="rong CAI" userId="f0793ddbe13bc247" providerId="LiveId" clId="{91D1272B-FAE6-4E09-AE1E-6C3747CEE22F}" dt="2024-11-20T21:53:01.629" v="8849" actId="478"/>
          <ac:spMkLst>
            <pc:docMk/>
            <pc:sldMk cId="0" sldId="261"/>
            <ac:spMk id="160" creationId="{00000000-0000-0000-0000-000000000000}"/>
          </ac:spMkLst>
        </pc:spChg>
        <pc:grpChg chg="add">
          <ac:chgData name="rong CAI" userId="f0793ddbe13bc247" providerId="LiveId" clId="{91D1272B-FAE6-4E09-AE1E-6C3747CEE22F}" dt="2024-11-20T21:52:06.118" v="8847" actId="164"/>
          <ac:grpSpMkLst>
            <pc:docMk/>
            <pc:sldMk cId="0" sldId="261"/>
            <ac:grpSpMk id="2" creationId="{CEA72D10-A940-6E26-D53C-C02FEA3C85CA}"/>
          </ac:grpSpMkLst>
        </pc:grpChg>
        <pc:grpChg chg="add del mod">
          <ac:chgData name="rong CAI" userId="f0793ddbe13bc247" providerId="LiveId" clId="{91D1272B-FAE6-4E09-AE1E-6C3747CEE22F}" dt="2024-11-20T21:51:15.016" v="8841" actId="165"/>
          <ac:grpSpMkLst>
            <pc:docMk/>
            <pc:sldMk cId="0" sldId="261"/>
            <ac:grpSpMk id="8" creationId="{796F69A1-15D3-C2D8-6062-DAA35084CD51}"/>
          </ac:grpSpMkLst>
        </pc:grpChg>
      </pc:sldChg>
      <pc:sldChg chg="addSp delSp modSp mod">
        <pc:chgData name="rong CAI" userId="f0793ddbe13bc247" providerId="LiveId" clId="{91D1272B-FAE6-4E09-AE1E-6C3747CEE22F}" dt="2024-11-20T21:49:43.516" v="8833" actId="1076"/>
        <pc:sldMkLst>
          <pc:docMk/>
          <pc:sldMk cId="0" sldId="262"/>
        </pc:sldMkLst>
        <pc:spChg chg="add mod">
          <ac:chgData name="rong CAI" userId="f0793ddbe13bc247" providerId="LiveId" clId="{91D1272B-FAE6-4E09-AE1E-6C3747CEE22F}" dt="2024-11-20T21:49:43.516" v="8833" actId="1076"/>
          <ac:spMkLst>
            <pc:docMk/>
            <pc:sldMk cId="0" sldId="262"/>
            <ac:spMk id="12" creationId="{06616250-FCD3-BE3E-3C75-D8289BE3CD6E}"/>
          </ac:spMkLst>
        </pc:spChg>
        <pc:spChg chg="mod">
          <ac:chgData name="rong CAI" userId="f0793ddbe13bc247" providerId="LiveId" clId="{91D1272B-FAE6-4E09-AE1E-6C3747CEE22F}" dt="2024-11-17T14:07:12.192" v="8657"/>
          <ac:spMkLst>
            <pc:docMk/>
            <pc:sldMk cId="0" sldId="262"/>
            <ac:spMk id="166" creationId="{00000000-0000-0000-0000-000000000000}"/>
          </ac:spMkLst>
        </pc:spChg>
        <pc:picChg chg="add mod">
          <ac:chgData name="rong CAI" userId="f0793ddbe13bc247" providerId="LiveId" clId="{91D1272B-FAE6-4E09-AE1E-6C3747CEE22F}" dt="2024-11-19T23:16:19.383" v="8670" actId="1076"/>
          <ac:picMkLst>
            <pc:docMk/>
            <pc:sldMk cId="0" sldId="262"/>
            <ac:picMk id="5" creationId="{FC85BA3C-06C3-46A2-3532-0B68ADE0AD10}"/>
          </ac:picMkLst>
        </pc:picChg>
      </pc:sldChg>
      <pc:sldChg chg="addSp delSp modSp mod">
        <pc:chgData name="rong CAI" userId="f0793ddbe13bc247" providerId="LiveId" clId="{91D1272B-FAE6-4E09-AE1E-6C3747CEE22F}" dt="2024-11-20T22:40:46.266" v="9390" actId="20577"/>
        <pc:sldMkLst>
          <pc:docMk/>
          <pc:sldMk cId="0" sldId="263"/>
        </pc:sldMkLst>
        <pc:spChg chg="add mod">
          <ac:chgData name="rong CAI" userId="f0793ddbe13bc247" providerId="LiveId" clId="{91D1272B-FAE6-4E09-AE1E-6C3747CEE22F}" dt="2024-11-20T21:56:51.105" v="8878" actId="1076"/>
          <ac:spMkLst>
            <pc:docMk/>
            <pc:sldMk cId="0" sldId="263"/>
            <ac:spMk id="3" creationId="{83AD0A22-76B1-DB2A-0FFB-ADF4C35FBB0B}"/>
          </ac:spMkLst>
        </pc:spChg>
        <pc:spChg chg="mod">
          <ac:chgData name="rong CAI" userId="f0793ddbe13bc247" providerId="LiveId" clId="{91D1272B-FAE6-4E09-AE1E-6C3747CEE22F}" dt="2024-11-20T22:40:46.266" v="9390" actId="20577"/>
          <ac:spMkLst>
            <pc:docMk/>
            <pc:sldMk cId="0" sldId="263"/>
            <ac:spMk id="174" creationId="{00000000-0000-0000-0000-000000000000}"/>
          </ac:spMkLst>
        </pc:spChg>
        <pc:picChg chg="add mod">
          <ac:chgData name="rong CAI" userId="f0793ddbe13bc247" providerId="LiveId" clId="{91D1272B-FAE6-4E09-AE1E-6C3747CEE22F}" dt="2024-11-20T21:55:53.976" v="8870" actId="1076"/>
          <ac:picMkLst>
            <pc:docMk/>
            <pc:sldMk cId="0" sldId="263"/>
            <ac:picMk id="5" creationId="{EAFB58AE-A966-F579-D1C5-AB4689B55ED7}"/>
          </ac:picMkLst>
        </pc:picChg>
        <pc:picChg chg="add del mod">
          <ac:chgData name="rong CAI" userId="f0793ddbe13bc247" providerId="LiveId" clId="{91D1272B-FAE6-4E09-AE1E-6C3747CEE22F}" dt="2024-11-20T21:55:16.734" v="8864" actId="478"/>
          <ac:picMkLst>
            <pc:docMk/>
            <pc:sldMk cId="0" sldId="263"/>
            <ac:picMk id="6" creationId="{D3E4A6CC-9069-ED45-3CB5-99844767EB09}"/>
          </ac:picMkLst>
        </pc:picChg>
      </pc:sldChg>
      <pc:sldChg chg="addSp delSp modSp mod">
        <pc:chgData name="rong CAI" userId="f0793ddbe13bc247" providerId="LiveId" clId="{91D1272B-FAE6-4E09-AE1E-6C3747CEE22F}" dt="2024-11-20T22:44:51.111" v="9434" actId="20577"/>
        <pc:sldMkLst>
          <pc:docMk/>
          <pc:sldMk cId="0" sldId="264"/>
        </pc:sldMkLst>
        <pc:spChg chg="add mod">
          <ac:chgData name="rong CAI" userId="f0793ddbe13bc247" providerId="LiveId" clId="{91D1272B-FAE6-4E09-AE1E-6C3747CEE22F}" dt="2024-11-20T22:08:23.097" v="9007" actId="255"/>
          <ac:spMkLst>
            <pc:docMk/>
            <pc:sldMk cId="0" sldId="264"/>
            <ac:spMk id="4" creationId="{565EAA70-5D4B-0255-5D8A-D89821EB73CA}"/>
          </ac:spMkLst>
        </pc:spChg>
        <pc:spChg chg="add mod">
          <ac:chgData name="rong CAI" userId="f0793ddbe13bc247" providerId="LiveId" clId="{91D1272B-FAE6-4E09-AE1E-6C3747CEE22F}" dt="2024-11-20T22:00:40.931" v="8912" actId="20577"/>
          <ac:spMkLst>
            <pc:docMk/>
            <pc:sldMk cId="0" sldId="264"/>
            <ac:spMk id="8" creationId="{D7E750A6-B1FC-2B95-08F4-C2D0E48B9D32}"/>
          </ac:spMkLst>
        </pc:spChg>
        <pc:spChg chg="mod">
          <ac:chgData name="rong CAI" userId="f0793ddbe13bc247" providerId="LiveId" clId="{91D1272B-FAE6-4E09-AE1E-6C3747CEE22F}" dt="2024-11-20T22:44:51.111" v="9434" actId="20577"/>
          <ac:spMkLst>
            <pc:docMk/>
            <pc:sldMk cId="0" sldId="264"/>
            <ac:spMk id="181" creationId="{00000000-0000-0000-0000-000000000000}"/>
          </ac:spMkLst>
        </pc:spChg>
        <pc:picChg chg="add mod">
          <ac:chgData name="rong CAI" userId="f0793ddbe13bc247" providerId="LiveId" clId="{91D1272B-FAE6-4E09-AE1E-6C3747CEE22F}" dt="2024-11-19T23:17:27.919" v="8676" actId="1076"/>
          <ac:picMkLst>
            <pc:docMk/>
            <pc:sldMk cId="0" sldId="264"/>
            <ac:picMk id="7" creationId="{69321015-DD4B-A2ED-3ADF-91BD74CE1529}"/>
          </ac:picMkLst>
        </pc:picChg>
      </pc:sldChg>
      <pc:sldChg chg="addSp delSp modSp mod">
        <pc:chgData name="rong CAI" userId="f0793ddbe13bc247" providerId="LiveId" clId="{91D1272B-FAE6-4E09-AE1E-6C3747CEE22F}" dt="2024-11-20T22:08:30.257" v="9008" actId="255"/>
        <pc:sldMkLst>
          <pc:docMk/>
          <pc:sldMk cId="0" sldId="265"/>
        </pc:sldMkLst>
        <pc:spChg chg="add mod">
          <ac:chgData name="rong CAI" userId="f0793ddbe13bc247" providerId="LiveId" clId="{91D1272B-FAE6-4E09-AE1E-6C3747CEE22F}" dt="2024-11-20T22:07:59.780" v="9006" actId="1076"/>
          <ac:spMkLst>
            <pc:docMk/>
            <pc:sldMk cId="0" sldId="265"/>
            <ac:spMk id="5" creationId="{43EBF092-DA13-0F60-A2A7-DC2E2C3F4DD0}"/>
          </ac:spMkLst>
        </pc:spChg>
        <pc:spChg chg="add mod">
          <ac:chgData name="rong CAI" userId="f0793ddbe13bc247" providerId="LiveId" clId="{91D1272B-FAE6-4E09-AE1E-6C3747CEE22F}" dt="2024-11-20T22:08:30.257" v="9008" actId="255"/>
          <ac:spMkLst>
            <pc:docMk/>
            <pc:sldMk cId="0" sldId="265"/>
            <ac:spMk id="9" creationId="{0EBFCB8E-A684-565D-A85A-2C3730D4A753}"/>
          </ac:spMkLst>
        </pc:spChg>
        <pc:spChg chg="mod">
          <ac:chgData name="rong CAI" userId="f0793ddbe13bc247" providerId="LiveId" clId="{91D1272B-FAE6-4E09-AE1E-6C3747CEE22F}" dt="2024-11-17T14:08:30.144" v="8661"/>
          <ac:spMkLst>
            <pc:docMk/>
            <pc:sldMk cId="0" sldId="265"/>
            <ac:spMk id="188" creationId="{00000000-0000-0000-0000-000000000000}"/>
          </ac:spMkLst>
        </pc:spChg>
        <pc:picChg chg="add mod modCrop">
          <ac:chgData name="rong CAI" userId="f0793ddbe13bc247" providerId="LiveId" clId="{91D1272B-FAE6-4E09-AE1E-6C3747CEE22F}" dt="2024-11-20T22:07:49.195" v="9005" actId="1076"/>
          <ac:picMkLst>
            <pc:docMk/>
            <pc:sldMk cId="0" sldId="265"/>
            <ac:picMk id="6" creationId="{1208D1FD-C497-4CC3-9975-31B30E5C87D1}"/>
          </ac:picMkLst>
        </pc:picChg>
        <pc:picChg chg="add del mod modCrop">
          <ac:chgData name="rong CAI" userId="f0793ddbe13bc247" providerId="LiveId" clId="{91D1272B-FAE6-4E09-AE1E-6C3747CEE22F}" dt="2024-11-19T23:22:17.346" v="8682" actId="478"/>
          <ac:picMkLst>
            <pc:docMk/>
            <pc:sldMk cId="0" sldId="265"/>
            <ac:picMk id="8" creationId="{5BE3673C-FB18-1FFB-7219-012B9F84C12D}"/>
          </ac:picMkLst>
        </pc:picChg>
      </pc:sldChg>
      <pc:sldChg chg="addSp delSp modSp mod">
        <pc:chgData name="rong CAI" userId="f0793ddbe13bc247" providerId="LiveId" clId="{91D1272B-FAE6-4E09-AE1E-6C3747CEE22F}" dt="2024-11-20T22:11:48.581" v="9033" actId="1076"/>
        <pc:sldMkLst>
          <pc:docMk/>
          <pc:sldMk cId="0" sldId="266"/>
        </pc:sldMkLst>
        <pc:spChg chg="add mod">
          <ac:chgData name="rong CAI" userId="f0793ddbe13bc247" providerId="LiveId" clId="{91D1272B-FAE6-4E09-AE1E-6C3747CEE22F}" dt="2024-11-20T22:11:48.581" v="9033" actId="1076"/>
          <ac:spMkLst>
            <pc:docMk/>
            <pc:sldMk cId="0" sldId="266"/>
            <ac:spMk id="5" creationId="{50750C04-172D-9F57-A05F-BDD5FC722896}"/>
          </ac:spMkLst>
        </pc:spChg>
        <pc:spChg chg="add mod">
          <ac:chgData name="rong CAI" userId="f0793ddbe13bc247" providerId="LiveId" clId="{91D1272B-FAE6-4E09-AE1E-6C3747CEE22F}" dt="2024-11-20T22:08:39.303" v="9010" actId="404"/>
          <ac:spMkLst>
            <pc:docMk/>
            <pc:sldMk cId="0" sldId="266"/>
            <ac:spMk id="8" creationId="{5307B634-2206-275F-D4B3-6AF7A3DDC57E}"/>
          </ac:spMkLst>
        </pc:spChg>
        <pc:spChg chg="mod">
          <ac:chgData name="rong CAI" userId="f0793ddbe13bc247" providerId="LiveId" clId="{91D1272B-FAE6-4E09-AE1E-6C3747CEE22F}" dt="2024-11-20T22:10:06.668" v="9024" actId="20577"/>
          <ac:spMkLst>
            <pc:docMk/>
            <pc:sldMk cId="0" sldId="266"/>
            <ac:spMk id="195" creationId="{00000000-0000-0000-0000-000000000000}"/>
          </ac:spMkLst>
        </pc:spChg>
        <pc:picChg chg="add mod">
          <ac:chgData name="rong CAI" userId="f0793ddbe13bc247" providerId="LiveId" clId="{91D1272B-FAE6-4E09-AE1E-6C3747CEE22F}" dt="2024-11-19T23:24:03.668" v="8703" actId="14100"/>
          <ac:picMkLst>
            <pc:docMk/>
            <pc:sldMk cId="0" sldId="266"/>
            <ac:picMk id="6" creationId="{6EB6D3A3-BACB-A667-890D-7BDF47722AAF}"/>
          </ac:picMkLst>
        </pc:picChg>
        <pc:picChg chg="add del mod">
          <ac:chgData name="rong CAI" userId="f0793ddbe13bc247" providerId="LiveId" clId="{91D1272B-FAE6-4E09-AE1E-6C3747CEE22F}" dt="2024-11-19T23:23:24.403" v="8695" actId="478"/>
          <ac:picMkLst>
            <pc:docMk/>
            <pc:sldMk cId="0" sldId="266"/>
            <ac:picMk id="7" creationId="{8F57B8AD-3B1B-86EC-610E-D631D9AAD31D}"/>
          </ac:picMkLst>
        </pc:picChg>
      </pc:sldChg>
      <pc:sldChg chg="addSp delSp modSp mod">
        <pc:chgData name="rong CAI" userId="f0793ddbe13bc247" providerId="LiveId" clId="{91D1272B-FAE6-4E09-AE1E-6C3747CEE22F}" dt="2024-11-20T22:45:45.051" v="9445" actId="20577"/>
        <pc:sldMkLst>
          <pc:docMk/>
          <pc:sldMk cId="0" sldId="267"/>
        </pc:sldMkLst>
        <pc:spChg chg="add mod">
          <ac:chgData name="rong CAI" userId="f0793ddbe13bc247" providerId="LiveId" clId="{91D1272B-FAE6-4E09-AE1E-6C3747CEE22F}" dt="2024-11-20T22:15:27.630" v="9074" actId="1076"/>
          <ac:spMkLst>
            <pc:docMk/>
            <pc:sldMk cId="0" sldId="267"/>
            <ac:spMk id="4" creationId="{F13AAD10-8F12-A509-D976-4E9FEE9CB34A}"/>
          </ac:spMkLst>
        </pc:spChg>
        <pc:spChg chg="add mod">
          <ac:chgData name="rong CAI" userId="f0793ddbe13bc247" providerId="LiveId" clId="{91D1272B-FAE6-4E09-AE1E-6C3747CEE22F}" dt="2024-11-20T22:09:23.689" v="9013" actId="404"/>
          <ac:spMkLst>
            <pc:docMk/>
            <pc:sldMk cId="0" sldId="267"/>
            <ac:spMk id="7" creationId="{FCE22EEE-D03D-4BE0-5757-5CC55E720810}"/>
          </ac:spMkLst>
        </pc:spChg>
        <pc:spChg chg="mod">
          <ac:chgData name="rong CAI" userId="f0793ddbe13bc247" providerId="LiveId" clId="{91D1272B-FAE6-4E09-AE1E-6C3747CEE22F}" dt="2024-11-20T22:45:45.051" v="9445" actId="20577"/>
          <ac:spMkLst>
            <pc:docMk/>
            <pc:sldMk cId="0" sldId="267"/>
            <ac:spMk id="202" creationId="{00000000-0000-0000-0000-000000000000}"/>
          </ac:spMkLst>
        </pc:spChg>
        <pc:picChg chg="add del mod modCrop">
          <ac:chgData name="rong CAI" userId="f0793ddbe13bc247" providerId="LiveId" clId="{91D1272B-FAE6-4E09-AE1E-6C3747CEE22F}" dt="2024-11-19T23:24:46.120" v="8705" actId="478"/>
          <ac:picMkLst>
            <pc:docMk/>
            <pc:sldMk cId="0" sldId="267"/>
            <ac:picMk id="5" creationId="{8F5CB1DD-5C56-EBA8-FBBB-1991C6274B98}"/>
          </ac:picMkLst>
        </pc:picChg>
        <pc:picChg chg="add mod">
          <ac:chgData name="rong CAI" userId="f0793ddbe13bc247" providerId="LiveId" clId="{91D1272B-FAE6-4E09-AE1E-6C3747CEE22F}" dt="2024-11-19T23:26:07.015" v="8715" actId="1076"/>
          <ac:picMkLst>
            <pc:docMk/>
            <pc:sldMk cId="0" sldId="267"/>
            <ac:picMk id="8" creationId="{24486B66-D9F0-D22E-003E-7478F2A4049B}"/>
          </ac:picMkLst>
        </pc:picChg>
      </pc:sldChg>
      <pc:sldChg chg="addSp delSp modSp del mod ord modShow">
        <pc:chgData name="rong CAI" userId="f0793ddbe13bc247" providerId="LiveId" clId="{91D1272B-FAE6-4E09-AE1E-6C3747CEE22F}" dt="2024-11-15T09:58:08.803" v="7895" actId="47"/>
        <pc:sldMkLst>
          <pc:docMk/>
          <pc:sldMk cId="0" sldId="268"/>
        </pc:sldMkLst>
      </pc:sldChg>
      <pc:sldChg chg="addSp delSp modSp mod">
        <pc:chgData name="rong CAI" userId="f0793ddbe13bc247" providerId="LiveId" clId="{91D1272B-FAE6-4E09-AE1E-6C3747CEE22F}" dt="2024-11-20T22:17:46.748" v="9079" actId="14100"/>
        <pc:sldMkLst>
          <pc:docMk/>
          <pc:sldMk cId="0" sldId="269"/>
        </pc:sldMkLst>
        <pc:spChg chg="mod topLvl">
          <ac:chgData name="rong CAI" userId="f0793ddbe13bc247" providerId="LiveId" clId="{91D1272B-FAE6-4E09-AE1E-6C3747CEE22F}" dt="2024-11-20T22:16:05.332" v="9077" actId="20577"/>
          <ac:spMkLst>
            <pc:docMk/>
            <pc:sldMk cId="0" sldId="269"/>
            <ac:spMk id="3" creationId="{754FB044-676D-A6D4-C1C6-5013E2699975}"/>
          </ac:spMkLst>
        </pc:spChg>
        <pc:spChg chg="mod topLvl">
          <ac:chgData name="rong CAI" userId="f0793ddbe13bc247" providerId="LiveId" clId="{91D1272B-FAE6-4E09-AE1E-6C3747CEE22F}" dt="2024-11-20T22:17:46.748" v="9079" actId="14100"/>
          <ac:spMkLst>
            <pc:docMk/>
            <pc:sldMk cId="0" sldId="269"/>
            <ac:spMk id="4" creationId="{661ACBC1-27CE-7878-7F7E-A7FE02FC75A5}"/>
          </ac:spMkLst>
        </pc:spChg>
        <pc:spChg chg="mod topLvl">
          <ac:chgData name="rong CAI" userId="f0793ddbe13bc247" providerId="LiveId" clId="{91D1272B-FAE6-4E09-AE1E-6C3747CEE22F}" dt="2024-11-20T22:17:31.178" v="9078" actId="1038"/>
          <ac:spMkLst>
            <pc:docMk/>
            <pc:sldMk cId="0" sldId="269"/>
            <ac:spMk id="5" creationId="{515561C7-5379-70B0-97E0-B07771029AE6}"/>
          </ac:spMkLst>
        </pc:spChg>
        <pc:spChg chg="add mod">
          <ac:chgData name="rong CAI" userId="f0793ddbe13bc247" providerId="LiveId" clId="{91D1272B-FAE6-4E09-AE1E-6C3747CEE22F}" dt="2024-11-15T11:15:00.765" v="8556" actId="2711"/>
          <ac:spMkLst>
            <pc:docMk/>
            <pc:sldMk cId="0" sldId="269"/>
            <ac:spMk id="6" creationId="{55EF544E-F118-886B-1532-EA80FAA8752C}"/>
          </ac:spMkLst>
        </pc:spChg>
        <pc:spChg chg="mod">
          <ac:chgData name="rong CAI" userId="f0793ddbe13bc247" providerId="LiveId" clId="{91D1272B-FAE6-4E09-AE1E-6C3747CEE22F}" dt="2024-11-17T14:09:32.680" v="8665" actId="20577"/>
          <ac:spMkLst>
            <pc:docMk/>
            <pc:sldMk cId="0" sldId="269"/>
            <ac:spMk id="216" creationId="{00000000-0000-0000-0000-000000000000}"/>
          </ac:spMkLst>
        </pc:spChg>
      </pc:sldChg>
      <pc:sldChg chg="addSp delSp modSp mod">
        <pc:chgData name="rong CAI" userId="f0793ddbe13bc247" providerId="LiveId" clId="{91D1272B-FAE6-4E09-AE1E-6C3747CEE22F}" dt="2024-11-20T22:26:26.283" v="9129" actId="404"/>
        <pc:sldMkLst>
          <pc:docMk/>
          <pc:sldMk cId="0" sldId="270"/>
        </pc:sldMkLst>
        <pc:spChg chg="add mod">
          <ac:chgData name="rong CAI" userId="f0793ddbe13bc247" providerId="LiveId" clId="{91D1272B-FAE6-4E09-AE1E-6C3747CEE22F}" dt="2024-11-20T22:26:26.283" v="9129" actId="404"/>
          <ac:spMkLst>
            <pc:docMk/>
            <pc:sldMk cId="0" sldId="270"/>
            <ac:spMk id="8" creationId="{292E4F16-B9BA-802C-1F4A-472FE12B63A2}"/>
          </ac:spMkLst>
        </pc:spChg>
        <pc:spChg chg="mod">
          <ac:chgData name="rong CAI" userId="f0793ddbe13bc247" providerId="LiveId" clId="{91D1272B-FAE6-4E09-AE1E-6C3747CEE22F}" dt="2024-11-17T14:10:01.057" v="8666"/>
          <ac:spMkLst>
            <pc:docMk/>
            <pc:sldMk cId="0" sldId="270"/>
            <ac:spMk id="223" creationId="{00000000-0000-0000-0000-000000000000}"/>
          </ac:spMkLst>
        </pc:spChg>
        <pc:picChg chg="add mod">
          <ac:chgData name="rong CAI" userId="f0793ddbe13bc247" providerId="LiveId" clId="{91D1272B-FAE6-4E09-AE1E-6C3747CEE22F}" dt="2024-11-19T23:28:35.147" v="8716" actId="14826"/>
          <ac:picMkLst>
            <pc:docMk/>
            <pc:sldMk cId="0" sldId="270"/>
            <ac:picMk id="10" creationId="{B4E9D958-1941-FA98-2406-7C9B87387695}"/>
          </ac:picMkLst>
        </pc:picChg>
      </pc:sldChg>
      <pc:sldChg chg="addSp delSp modSp mod">
        <pc:chgData name="rong CAI" userId="f0793ddbe13bc247" providerId="LiveId" clId="{91D1272B-FAE6-4E09-AE1E-6C3747CEE22F}" dt="2024-11-20T22:29:25.214" v="9196" actId="13822"/>
        <pc:sldMkLst>
          <pc:docMk/>
          <pc:sldMk cId="0" sldId="271"/>
        </pc:sldMkLst>
        <pc:spChg chg="add mod">
          <ac:chgData name="rong CAI" userId="f0793ddbe13bc247" providerId="LiveId" clId="{91D1272B-FAE6-4E09-AE1E-6C3747CEE22F}" dt="2024-11-15T11:15:35.154" v="8561" actId="2711"/>
          <ac:spMkLst>
            <pc:docMk/>
            <pc:sldMk cId="0" sldId="271"/>
            <ac:spMk id="2" creationId="{0B18491A-1E8E-1E6E-347D-50D9B13ACF8E}"/>
          </ac:spMkLst>
        </pc:spChg>
        <pc:spChg chg="add mod">
          <ac:chgData name="rong CAI" userId="f0793ddbe13bc247" providerId="LiveId" clId="{91D1272B-FAE6-4E09-AE1E-6C3747CEE22F}" dt="2024-11-20T22:29:25.214" v="9196" actId="13822"/>
          <ac:spMkLst>
            <pc:docMk/>
            <pc:sldMk cId="0" sldId="271"/>
            <ac:spMk id="3" creationId="{690BDFEF-1482-3F45-F7DD-C6D2509FED4D}"/>
          </ac:spMkLst>
        </pc:spChg>
        <pc:spChg chg="add mod">
          <ac:chgData name="rong CAI" userId="f0793ddbe13bc247" providerId="LiveId" clId="{91D1272B-FAE6-4E09-AE1E-6C3747CEE22F}" dt="2024-11-20T22:29:25.214" v="9196" actId="13822"/>
          <ac:spMkLst>
            <pc:docMk/>
            <pc:sldMk cId="0" sldId="271"/>
            <ac:spMk id="4" creationId="{9D454AA1-789D-EDA6-911D-4A2000E0CD3C}"/>
          </ac:spMkLst>
        </pc:spChg>
        <pc:spChg chg="add mod">
          <ac:chgData name="rong CAI" userId="f0793ddbe13bc247" providerId="LiveId" clId="{91D1272B-FAE6-4E09-AE1E-6C3747CEE22F}" dt="2024-11-15T11:15:40.823" v="8562" actId="2711"/>
          <ac:spMkLst>
            <pc:docMk/>
            <pc:sldMk cId="0" sldId="271"/>
            <ac:spMk id="5" creationId="{C5056D8C-C0A7-739E-2682-5E05260EC1A6}"/>
          </ac:spMkLst>
        </pc:spChg>
        <pc:spChg chg="mod ord">
          <ac:chgData name="rong CAI" userId="f0793ddbe13bc247" providerId="LiveId" clId="{91D1272B-FAE6-4E09-AE1E-6C3747CEE22F}" dt="2024-11-15T11:16:29.931" v="8571" actId="20577"/>
          <ac:spMkLst>
            <pc:docMk/>
            <pc:sldMk cId="0" sldId="271"/>
            <ac:spMk id="231" creationId="{00000000-0000-0000-0000-000000000000}"/>
          </ac:spMkLst>
        </pc:spChg>
        <pc:grpChg chg="add mod">
          <ac:chgData name="rong CAI" userId="f0793ddbe13bc247" providerId="LiveId" clId="{91D1272B-FAE6-4E09-AE1E-6C3747CEE22F}" dt="2024-11-15T11:09:56.687" v="8509" actId="1035"/>
          <ac:grpSpMkLst>
            <pc:docMk/>
            <pc:sldMk cId="0" sldId="271"/>
            <ac:grpSpMk id="12" creationId="{A322FD18-D3EE-E4FD-46B1-4E95DB882FB3}"/>
          </ac:grpSpMkLst>
        </pc:grpChg>
      </pc:sldChg>
      <pc:sldChg chg="new del">
        <pc:chgData name="rong CAI" userId="f0793ddbe13bc247" providerId="LiveId" clId="{91D1272B-FAE6-4E09-AE1E-6C3747CEE22F}" dt="2024-11-06T19:35:23.959" v="5167" actId="47"/>
        <pc:sldMkLst>
          <pc:docMk/>
          <pc:sldMk cId="2381812920" sldId="272"/>
        </pc:sldMkLst>
      </pc:sldChg>
      <pc:sldChg chg="addSp delSp modSp add mod">
        <pc:chgData name="rong CAI" userId="f0793ddbe13bc247" providerId="LiveId" clId="{91D1272B-FAE6-4E09-AE1E-6C3747CEE22F}" dt="2024-11-20T22:55:34.985" v="9486" actId="20577"/>
        <pc:sldMkLst>
          <pc:docMk/>
          <pc:sldMk cId="3252743776" sldId="272"/>
        </pc:sldMkLst>
        <pc:spChg chg="add mod">
          <ac:chgData name="rong CAI" userId="f0793ddbe13bc247" providerId="LiveId" clId="{91D1272B-FAE6-4E09-AE1E-6C3747CEE22F}" dt="2024-11-20T22:55:34.985" v="9486" actId="20577"/>
          <ac:spMkLst>
            <pc:docMk/>
            <pc:sldMk cId="3252743776" sldId="272"/>
            <ac:spMk id="2" creationId="{34951632-DC21-AD7E-00EE-FFBF599BB0EC}"/>
          </ac:spMkLst>
        </pc:spChg>
        <pc:spChg chg="mod">
          <ac:chgData name="rong CAI" userId="f0793ddbe13bc247" providerId="LiveId" clId="{91D1272B-FAE6-4E09-AE1E-6C3747CEE22F}" dt="2024-11-17T14:10:42.567" v="8667"/>
          <ac:spMkLst>
            <pc:docMk/>
            <pc:sldMk cId="3252743776" sldId="272"/>
            <ac:spMk id="223" creationId="{8DDDB8BE-22DD-A82E-4856-A82BCA52980A}"/>
          </ac:spMkLst>
        </pc:spChg>
        <pc:picChg chg="add mod">
          <ac:chgData name="rong CAI" userId="f0793ddbe13bc247" providerId="LiveId" clId="{91D1272B-FAE6-4E09-AE1E-6C3747CEE22F}" dt="2024-11-19T23:28:51.394" v="8717" actId="14826"/>
          <ac:picMkLst>
            <pc:docMk/>
            <pc:sldMk cId="3252743776" sldId="272"/>
            <ac:picMk id="5" creationId="{7871C440-D6E4-7315-F5EC-477398BD1DB4}"/>
          </ac:picMkLst>
        </pc:picChg>
        <pc:cxnChg chg="add mod">
          <ac:chgData name="rong CAI" userId="f0793ddbe13bc247" providerId="LiveId" clId="{91D1272B-FAE6-4E09-AE1E-6C3747CEE22F}" dt="2024-11-15T08:10:00.778" v="7291" actId="1582"/>
          <ac:cxnSpMkLst>
            <pc:docMk/>
            <pc:sldMk cId="3252743776" sldId="272"/>
            <ac:cxnSpMk id="4" creationId="{F75A0A06-714C-1F4E-E451-0C6854E69733}"/>
          </ac:cxnSpMkLst>
        </pc:cxnChg>
        <pc:cxnChg chg="add mod">
          <ac:chgData name="rong CAI" userId="f0793ddbe13bc247" providerId="LiveId" clId="{91D1272B-FAE6-4E09-AE1E-6C3747CEE22F}" dt="2024-11-15T08:18:20.908" v="7333" actId="1076"/>
          <ac:cxnSpMkLst>
            <pc:docMk/>
            <pc:sldMk cId="3252743776" sldId="272"/>
            <ac:cxnSpMk id="6" creationId="{2FE00A86-32DA-B5FA-61A1-9B852BFA0CCB}"/>
          </ac:cxnSpMkLst>
        </pc:cxnChg>
        <pc:cxnChg chg="add mod">
          <ac:chgData name="rong CAI" userId="f0793ddbe13bc247" providerId="LiveId" clId="{91D1272B-FAE6-4E09-AE1E-6C3747CEE22F}" dt="2024-11-15T08:11:55.537" v="7324" actId="14100"/>
          <ac:cxnSpMkLst>
            <pc:docMk/>
            <pc:sldMk cId="3252743776" sldId="272"/>
            <ac:cxnSpMk id="9" creationId="{04DF910B-8CFF-DA7E-A7DA-8E84B3212371}"/>
          </ac:cxnSpMkLst>
        </pc:cxnChg>
        <pc:cxnChg chg="add mod">
          <ac:chgData name="rong CAI" userId="f0793ddbe13bc247" providerId="LiveId" clId="{91D1272B-FAE6-4E09-AE1E-6C3747CEE22F}" dt="2024-11-15T08:18:06.020" v="7331" actId="208"/>
          <ac:cxnSpMkLst>
            <pc:docMk/>
            <pc:sldMk cId="3252743776" sldId="272"/>
            <ac:cxnSpMk id="11" creationId="{F0469490-EB9B-0A93-D957-D6928AE54388}"/>
          </ac:cxnSpMkLst>
        </pc:cxn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fr-FR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‹N°›</a:t>
            </a:fld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17" name="Google Shape;117;p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18" name="Google Shape;118;p1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fr-FR"/>
              <a:t>1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p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28" name="Google Shape;128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p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35" name="Google Shape;135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p4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43" name="Google Shape;143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p5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 dirty="0"/>
          </a:p>
        </p:txBody>
      </p:sp>
      <p:sp>
        <p:nvSpPr>
          <p:cNvPr id="150" name="Google Shape;150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p6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57" name="Google Shape;157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Google Shape;163;p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64" name="Google Shape;164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p8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72" name="Google Shape;172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Google Shape;178;p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79" name="Google Shape;179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" name="Google Shape;185;p10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86" name="Google Shape;186;p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" name="Google Shape;192;g2233f607d43_0_0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93" name="Google Shape;193;g2233f607d43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" name="Google Shape;199;p1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200" name="Google Shape;200;p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3" name="Google Shape;213;p1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214" name="Google Shape;214;p1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0" name="Google Shape;220;p14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221" name="Google Shape;221;p14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9">
          <a:extLst>
            <a:ext uri="{FF2B5EF4-FFF2-40B4-BE49-F238E27FC236}">
              <a16:creationId xmlns:a16="http://schemas.microsoft.com/office/drawing/2014/main" id="{E94DAEE4-6E50-281B-0498-BB07BB36666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0" name="Google Shape;220;p14:notes">
            <a:extLst>
              <a:ext uri="{FF2B5EF4-FFF2-40B4-BE49-F238E27FC236}">
                <a16:creationId xmlns:a16="http://schemas.microsoft.com/office/drawing/2014/main" id="{DC950BCD-6485-50A2-3A58-8F6D1BD9AD8A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 dirty="0"/>
          </a:p>
        </p:txBody>
      </p:sp>
      <p:sp>
        <p:nvSpPr>
          <p:cNvPr id="221" name="Google Shape;221;p14:notes">
            <a:extLst>
              <a:ext uri="{FF2B5EF4-FFF2-40B4-BE49-F238E27FC236}">
                <a16:creationId xmlns:a16="http://schemas.microsoft.com/office/drawing/2014/main" id="{27E8BA56-56E0-8F48-28BC-DF86979F04BD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2557587219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7" name="Google Shape;227;p15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228" name="Google Shape;228;p15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iapositive de titre" type="title">
  <p:cSld name="TITLE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17"/>
          <p:cNvSpPr/>
          <p:nvPr/>
        </p:nvSpPr>
        <p:spPr>
          <a:xfrm>
            <a:off x="0" y="-3175"/>
            <a:ext cx="12192000" cy="5203825"/>
          </a:xfrm>
          <a:custGeom>
            <a:avLst/>
            <a:gdLst/>
            <a:ahLst/>
            <a:cxnLst/>
            <a:rect l="l" t="t" r="r" b="b"/>
            <a:pathLst>
              <a:path w="5760" h="3278" extrusionOk="0">
                <a:moveTo>
                  <a:pt x="5760" y="0"/>
                </a:moveTo>
                <a:lnTo>
                  <a:pt x="0" y="0"/>
                </a:lnTo>
                <a:lnTo>
                  <a:pt x="0" y="3090"/>
                </a:lnTo>
                <a:lnTo>
                  <a:pt x="943" y="3090"/>
                </a:lnTo>
                <a:lnTo>
                  <a:pt x="1123" y="3270"/>
                </a:lnTo>
                <a:lnTo>
                  <a:pt x="1123" y="3270"/>
                </a:lnTo>
                <a:lnTo>
                  <a:pt x="1127" y="3272"/>
                </a:lnTo>
                <a:lnTo>
                  <a:pt x="1133" y="3275"/>
                </a:lnTo>
                <a:lnTo>
                  <a:pt x="1139" y="3278"/>
                </a:lnTo>
                <a:lnTo>
                  <a:pt x="1144" y="3278"/>
                </a:lnTo>
                <a:lnTo>
                  <a:pt x="1150" y="3278"/>
                </a:lnTo>
                <a:lnTo>
                  <a:pt x="1155" y="3275"/>
                </a:lnTo>
                <a:lnTo>
                  <a:pt x="1161" y="3272"/>
                </a:lnTo>
                <a:lnTo>
                  <a:pt x="1165" y="3270"/>
                </a:lnTo>
                <a:lnTo>
                  <a:pt x="1345" y="3090"/>
                </a:lnTo>
                <a:lnTo>
                  <a:pt x="5760" y="3090"/>
                </a:lnTo>
                <a:lnTo>
                  <a:pt x="5760" y="0"/>
                </a:lnTo>
                <a:close/>
              </a:path>
            </a:pathLst>
          </a:custGeom>
          <a:blipFill rotWithShape="1">
            <a:blip r:embed="rId2">
              <a:alphaModFix/>
            </a:blip>
            <a:tile tx="0" ty="0" sx="100000" sy="100000" flip="none" algn="tl"/>
          </a:blipFill>
          <a:ln w="9525" cap="rnd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7" name="Google Shape;17;p17"/>
          <p:cNvSpPr txBox="1">
            <a:spLocks noGrp="1"/>
          </p:cNvSpPr>
          <p:nvPr>
            <p:ph type="ctrTitle"/>
          </p:nvPr>
        </p:nvSpPr>
        <p:spPr>
          <a:xfrm>
            <a:off x="810001" y="1449147"/>
            <a:ext cx="10572000" cy="2971051"/>
          </a:xfrm>
          <a:prstGeom prst="rect">
            <a:avLst/>
          </a:prstGeom>
          <a:noFill/>
          <a:ln>
            <a:noFill/>
          </a:ln>
          <a:effectLst>
            <a:outerShdw blurRad="50800">
              <a:srgbClr val="000000">
                <a:alpha val="60000"/>
              </a:srgbClr>
            </a:outerShdw>
          </a:effectLst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EFEFE"/>
              </a:buClr>
              <a:buSzPts val="5400"/>
              <a:buFont typeface="Century Gothic"/>
              <a:buNone/>
              <a:defRPr sz="5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8" name="Google Shape;18;p17"/>
          <p:cNvSpPr txBox="1">
            <a:spLocks noGrp="1"/>
          </p:cNvSpPr>
          <p:nvPr>
            <p:ph type="subTitle" idx="1"/>
          </p:nvPr>
        </p:nvSpPr>
        <p:spPr>
          <a:xfrm>
            <a:off x="810001" y="5280847"/>
            <a:ext cx="10572000" cy="434974"/>
          </a:xfrm>
          <a:prstGeom prst="rect">
            <a:avLst/>
          </a:prstGeom>
          <a:noFill/>
          <a:ln>
            <a:noFill/>
          </a:ln>
          <a:effectLst>
            <a:outerShdw blurRad="50800">
              <a:srgbClr val="000000">
                <a:alpha val="40000"/>
              </a:srgbClr>
            </a:outerShdw>
          </a:effectLst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None/>
              <a:defRPr>
                <a:solidFill>
                  <a:schemeClr val="lt1"/>
                </a:solidFill>
              </a:defRPr>
            </a:lvl1pPr>
            <a:lvl2pPr lvl="1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00"/>
              <a:buNone/>
              <a:defRPr>
                <a:solidFill>
                  <a:schemeClr val="lt1"/>
                </a:solidFill>
              </a:defRPr>
            </a:lvl2pPr>
            <a:lvl3pPr lvl="2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400"/>
              <a:buNone/>
              <a:defRPr>
                <a:solidFill>
                  <a:schemeClr val="lt1"/>
                </a:solidFill>
              </a:defRPr>
            </a:lvl3pPr>
            <a:lvl4pPr lvl="3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>
                <a:solidFill>
                  <a:schemeClr val="lt1"/>
                </a:solidFill>
              </a:defRPr>
            </a:lvl4pPr>
            <a:lvl5pPr lvl="4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>
                <a:solidFill>
                  <a:schemeClr val="lt1"/>
                </a:solidFill>
              </a:defRPr>
            </a:lvl5pPr>
            <a:lvl6pPr lvl="5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>
                <a:solidFill>
                  <a:schemeClr val="lt1"/>
                </a:solidFill>
              </a:defRPr>
            </a:lvl6pPr>
            <a:lvl7pPr lvl="6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>
                <a:solidFill>
                  <a:schemeClr val="lt1"/>
                </a:solidFill>
              </a:defRPr>
            </a:lvl7pPr>
            <a:lvl8pPr lvl="7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>
                <a:solidFill>
                  <a:schemeClr val="lt1"/>
                </a:solidFill>
              </a:defRPr>
            </a:lvl8pPr>
            <a:lvl9pPr lvl="8" algn="ctr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SzPts val="1200"/>
              <a:buNone/>
              <a:defRPr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19" name="Google Shape;19;p17"/>
          <p:cNvSpPr txBox="1">
            <a:spLocks noGrp="1"/>
          </p:cNvSpPr>
          <p:nvPr>
            <p:ph type="dt" idx="10"/>
          </p:nvPr>
        </p:nvSpPr>
        <p:spPr>
          <a:xfrm>
            <a:off x="9334626" y="6041362"/>
            <a:ext cx="1343706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0" name="Google Shape;20;p17"/>
          <p:cNvSpPr txBox="1">
            <a:spLocks noGrp="1"/>
          </p:cNvSpPr>
          <p:nvPr>
            <p:ph type="ftr" idx="11"/>
          </p:nvPr>
        </p:nvSpPr>
        <p:spPr>
          <a:xfrm>
            <a:off x="451514" y="6041362"/>
            <a:ext cx="864432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1" name="Google Shape;21;p17"/>
          <p:cNvSpPr txBox="1">
            <a:spLocks noGrp="1"/>
          </p:cNvSpPr>
          <p:nvPr>
            <p:ph type="sldNum" idx="12"/>
          </p:nvPr>
        </p:nvSpPr>
        <p:spPr>
          <a:xfrm>
            <a:off x="10678331" y="5915888"/>
            <a:ext cx="1062155" cy="4905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10800" anchor="b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/>
              <a:t>‹N°›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re et contenu" type="obj">
  <p:cSld name="OBJECT">
    <p:spTree>
      <p:nvGrpSpPr>
        <p:cNvPr id="1" name="Shape 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Google Shape;23;p18"/>
          <p:cNvSpPr/>
          <p:nvPr/>
        </p:nvSpPr>
        <p:spPr>
          <a:xfrm>
            <a:off x="0" y="0"/>
            <a:ext cx="12192000" cy="2185988"/>
          </a:xfrm>
          <a:custGeom>
            <a:avLst/>
            <a:gdLst/>
            <a:ahLst/>
            <a:cxnLst/>
            <a:rect l="l" t="t" r="r" b="b"/>
            <a:pathLst>
              <a:path w="5760" h="1377" extrusionOk="0">
                <a:moveTo>
                  <a:pt x="5760" y="0"/>
                </a:moveTo>
                <a:lnTo>
                  <a:pt x="0" y="0"/>
                </a:lnTo>
                <a:lnTo>
                  <a:pt x="0" y="1189"/>
                </a:lnTo>
                <a:lnTo>
                  <a:pt x="943" y="1189"/>
                </a:lnTo>
                <a:lnTo>
                  <a:pt x="1123" y="1369"/>
                </a:lnTo>
                <a:lnTo>
                  <a:pt x="1123" y="1369"/>
                </a:lnTo>
                <a:lnTo>
                  <a:pt x="1127" y="1371"/>
                </a:lnTo>
                <a:lnTo>
                  <a:pt x="1133" y="1374"/>
                </a:lnTo>
                <a:lnTo>
                  <a:pt x="1139" y="1377"/>
                </a:lnTo>
                <a:lnTo>
                  <a:pt x="1144" y="1377"/>
                </a:lnTo>
                <a:lnTo>
                  <a:pt x="1150" y="1377"/>
                </a:lnTo>
                <a:lnTo>
                  <a:pt x="1155" y="1374"/>
                </a:lnTo>
                <a:lnTo>
                  <a:pt x="1161" y="1371"/>
                </a:lnTo>
                <a:lnTo>
                  <a:pt x="1165" y="1369"/>
                </a:lnTo>
                <a:lnTo>
                  <a:pt x="1345" y="1189"/>
                </a:lnTo>
                <a:lnTo>
                  <a:pt x="5760" y="1189"/>
                </a:lnTo>
                <a:lnTo>
                  <a:pt x="5760" y="0"/>
                </a:lnTo>
                <a:close/>
              </a:path>
            </a:pathLst>
          </a:custGeom>
          <a:blipFill rotWithShape="1">
            <a:blip r:embed="rId2">
              <a:alphaModFix/>
            </a:blip>
            <a:tile tx="0" ty="0" sx="100000" sy="100000" flip="none" algn="tl"/>
          </a:blipFill>
          <a:ln w="9525" cap="rnd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4" name="Google Shape;24;p18"/>
          <p:cNvSpPr txBox="1">
            <a:spLocks noGrp="1"/>
          </p:cNvSpPr>
          <p:nvPr>
            <p:ph type="title"/>
          </p:nvPr>
        </p:nvSpPr>
        <p:spPr>
          <a:xfrm>
            <a:off x="810000" y="447188"/>
            <a:ext cx="10571998" cy="970450"/>
          </a:xfrm>
          <a:prstGeom prst="rect">
            <a:avLst/>
          </a:prstGeom>
          <a:noFill/>
          <a:ln>
            <a:noFill/>
          </a:ln>
          <a:effectLst>
            <a:outerShdw blurRad="50800">
              <a:srgbClr val="000000">
                <a:alpha val="60000"/>
              </a:srgbClr>
            </a:outerShdw>
          </a:effectLst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EFEFE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18"/>
          <p:cNvSpPr txBox="1">
            <a:spLocks noGrp="1"/>
          </p:cNvSpPr>
          <p:nvPr>
            <p:ph type="body" idx="1"/>
          </p:nvPr>
        </p:nvSpPr>
        <p:spPr>
          <a:xfrm>
            <a:off x="818712" y="2222287"/>
            <a:ext cx="10554574" cy="3636511"/>
          </a:xfrm>
          <a:prstGeom prst="rect">
            <a:avLst/>
          </a:prstGeom>
          <a:noFill/>
          <a:ln>
            <a:noFill/>
          </a:ln>
          <a:effectLst>
            <a:outerShdw blurRad="50800">
              <a:srgbClr val="000000">
                <a:alpha val="40000"/>
              </a:srgbClr>
            </a:outerShdw>
          </a:effectLst>
        </p:spPr>
        <p:txBody>
          <a:bodyPr spcFirstLastPara="1" wrap="square" lIns="91425" tIns="45700" rIns="91425" bIns="45700" anchor="ctr" anchorCtr="0">
            <a:normAutofit/>
          </a:bodyPr>
          <a:lstStyle>
            <a:lvl1pPr marL="457200" lvl="0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?"/>
              <a:defRPr/>
            </a:lvl1pPr>
            <a:lvl2pPr marL="914400" lvl="1" indent="-3429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Char char="?"/>
              <a:defRPr/>
            </a:lvl2pPr>
            <a:lvl3pPr marL="1371600" lvl="2" indent="-3429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Char char="?"/>
              <a:defRPr/>
            </a:lvl3pPr>
            <a:lvl4pPr marL="1828800" lvl="3" indent="-3429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Char char="?"/>
              <a:defRPr/>
            </a:lvl4pPr>
            <a:lvl5pPr marL="2286000" lvl="4" indent="-3429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Char char="?"/>
              <a:defRPr/>
            </a:lvl5pPr>
            <a:lvl6pPr marL="2743200" lvl="5" indent="-3429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Char char="?"/>
              <a:defRPr/>
            </a:lvl6pPr>
            <a:lvl7pPr marL="3200400" lvl="6" indent="-3429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Char char="?"/>
              <a:defRPr/>
            </a:lvl7pPr>
            <a:lvl8pPr marL="3657600" lvl="7" indent="-3429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Char char="?"/>
              <a:defRPr/>
            </a:lvl8pPr>
            <a:lvl9pPr marL="4114800" lvl="8" indent="-342900" algn="l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SzPts val="1800"/>
              <a:buChar char="?"/>
              <a:defRPr/>
            </a:lvl9pPr>
          </a:lstStyle>
          <a:p>
            <a:endParaRPr/>
          </a:p>
        </p:txBody>
      </p:sp>
      <p:sp>
        <p:nvSpPr>
          <p:cNvPr id="26" name="Google Shape;26;p18"/>
          <p:cNvSpPr txBox="1">
            <a:spLocks noGrp="1"/>
          </p:cNvSpPr>
          <p:nvPr>
            <p:ph type="dt" idx="10"/>
          </p:nvPr>
        </p:nvSpPr>
        <p:spPr>
          <a:xfrm>
            <a:off x="9334626" y="6041362"/>
            <a:ext cx="1343706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18"/>
          <p:cNvSpPr txBox="1">
            <a:spLocks noGrp="1"/>
          </p:cNvSpPr>
          <p:nvPr>
            <p:ph type="ftr" idx="11"/>
          </p:nvPr>
        </p:nvSpPr>
        <p:spPr>
          <a:xfrm>
            <a:off x="451514" y="6041362"/>
            <a:ext cx="864432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8" name="Google Shape;28;p18"/>
          <p:cNvSpPr txBox="1">
            <a:spLocks noGrp="1"/>
          </p:cNvSpPr>
          <p:nvPr>
            <p:ph type="sldNum" idx="12"/>
          </p:nvPr>
        </p:nvSpPr>
        <p:spPr>
          <a:xfrm>
            <a:off x="10678331" y="5915888"/>
            <a:ext cx="1062155" cy="4905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10800" anchor="b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/>
              <a:t>‹N°›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En-tête de section" type="secHead">
  <p:cSld name="SECTION_HEADER">
    <p:spTree>
      <p:nvGrpSpPr>
        <p:cNvPr id="1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19"/>
          <p:cNvSpPr/>
          <p:nvPr/>
        </p:nvSpPr>
        <p:spPr>
          <a:xfrm>
            <a:off x="0" y="1"/>
            <a:ext cx="12192000" cy="5203825"/>
          </a:xfrm>
          <a:custGeom>
            <a:avLst/>
            <a:gdLst/>
            <a:ahLst/>
            <a:cxnLst/>
            <a:rect l="l" t="t" r="r" b="b"/>
            <a:pathLst>
              <a:path w="5760" h="3278" extrusionOk="0">
                <a:moveTo>
                  <a:pt x="0" y="0"/>
                </a:moveTo>
                <a:lnTo>
                  <a:pt x="5760" y="0"/>
                </a:lnTo>
                <a:lnTo>
                  <a:pt x="5760" y="3090"/>
                </a:lnTo>
                <a:lnTo>
                  <a:pt x="4817" y="3090"/>
                </a:lnTo>
                <a:lnTo>
                  <a:pt x="4637" y="3270"/>
                </a:lnTo>
                <a:lnTo>
                  <a:pt x="4637" y="3270"/>
                </a:lnTo>
                <a:lnTo>
                  <a:pt x="4633" y="3272"/>
                </a:lnTo>
                <a:lnTo>
                  <a:pt x="4627" y="3275"/>
                </a:lnTo>
                <a:lnTo>
                  <a:pt x="4621" y="3278"/>
                </a:lnTo>
                <a:lnTo>
                  <a:pt x="4616" y="3278"/>
                </a:lnTo>
                <a:lnTo>
                  <a:pt x="4610" y="3278"/>
                </a:lnTo>
                <a:lnTo>
                  <a:pt x="4605" y="3275"/>
                </a:lnTo>
                <a:lnTo>
                  <a:pt x="4599" y="3272"/>
                </a:lnTo>
                <a:lnTo>
                  <a:pt x="4595" y="3270"/>
                </a:lnTo>
                <a:lnTo>
                  <a:pt x="4415" y="3090"/>
                </a:lnTo>
                <a:lnTo>
                  <a:pt x="0" y="3090"/>
                </a:lnTo>
                <a:lnTo>
                  <a:pt x="0" y="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2">
              <a:alphaModFix/>
            </a:blip>
            <a:tile tx="0" ty="0" sx="100000" sy="100000" flip="none" algn="tl"/>
          </a:blipFill>
          <a:ln w="9525" cap="rnd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1" name="Google Shape;31;p19"/>
          <p:cNvSpPr txBox="1">
            <a:spLocks noGrp="1"/>
          </p:cNvSpPr>
          <p:nvPr>
            <p:ph type="title"/>
          </p:nvPr>
        </p:nvSpPr>
        <p:spPr>
          <a:xfrm>
            <a:off x="810000" y="2951396"/>
            <a:ext cx="10561418" cy="1468800"/>
          </a:xfrm>
          <a:prstGeom prst="rect">
            <a:avLst/>
          </a:prstGeom>
          <a:noFill/>
          <a:ln>
            <a:noFill/>
          </a:ln>
          <a:effectLst>
            <a:outerShdw blurRad="50800">
              <a:srgbClr val="000000">
                <a:alpha val="60000"/>
              </a:srgbClr>
            </a:outerShdw>
          </a:effectLst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EFEFE"/>
              </a:buClr>
              <a:buSzPts val="4800"/>
              <a:buFont typeface="Century Gothic"/>
              <a:buNone/>
              <a:defRPr sz="4800" b="1" cap="none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2" name="Google Shape;32;p19"/>
          <p:cNvSpPr txBox="1">
            <a:spLocks noGrp="1"/>
          </p:cNvSpPr>
          <p:nvPr>
            <p:ph type="body" idx="1"/>
          </p:nvPr>
        </p:nvSpPr>
        <p:spPr>
          <a:xfrm>
            <a:off x="810000" y="5281201"/>
            <a:ext cx="10561418" cy="433955"/>
          </a:xfrm>
          <a:prstGeom prst="rect">
            <a:avLst/>
          </a:prstGeom>
          <a:noFill/>
          <a:ln>
            <a:noFill/>
          </a:ln>
          <a:effectLst>
            <a:outerShdw blurRad="50800">
              <a:srgbClr val="000000">
                <a:alpha val="40000"/>
              </a:srgbClr>
            </a:outerShdw>
          </a:effectLst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228600" algn="r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None/>
              <a:defRPr sz="1800">
                <a:solidFill>
                  <a:schemeClr val="lt1"/>
                </a:solidFill>
              </a:defRPr>
            </a:lvl1pPr>
            <a:lvl2pPr marL="914400" lvl="1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  <a:defRPr sz="1800">
                <a:solidFill>
                  <a:schemeClr val="lt1"/>
                </a:solidFill>
              </a:defRPr>
            </a:lvl2pPr>
            <a:lvl3pPr marL="1371600" lvl="2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00"/>
              <a:buNone/>
              <a:defRPr sz="1600">
                <a:solidFill>
                  <a:schemeClr val="lt1"/>
                </a:solidFill>
              </a:defRPr>
            </a:lvl3pPr>
            <a:lvl4pPr marL="1828800" lvl="3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lt1"/>
                </a:solidFill>
              </a:defRPr>
            </a:lvl4pPr>
            <a:lvl5pPr marL="2286000" lvl="4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lt1"/>
                </a:solidFill>
              </a:defRPr>
            </a:lvl5pPr>
            <a:lvl6pPr marL="2743200" lvl="5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lt1"/>
                </a:solidFill>
              </a:defRPr>
            </a:lvl6pPr>
            <a:lvl7pPr marL="3200400" lvl="6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lt1"/>
                </a:solidFill>
              </a:defRPr>
            </a:lvl7pPr>
            <a:lvl8pPr marL="3657600" lvl="7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lt1"/>
                </a:solidFill>
              </a:defRPr>
            </a:lvl8pPr>
            <a:lvl9pPr marL="4114800" lvl="8" indent="-228600" algn="l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SzPts val="1400"/>
              <a:buNone/>
              <a:defRPr sz="1400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33" name="Google Shape;33;p19"/>
          <p:cNvSpPr txBox="1">
            <a:spLocks noGrp="1"/>
          </p:cNvSpPr>
          <p:nvPr>
            <p:ph type="dt" idx="10"/>
          </p:nvPr>
        </p:nvSpPr>
        <p:spPr>
          <a:xfrm>
            <a:off x="9334626" y="6041362"/>
            <a:ext cx="1343706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4" name="Google Shape;34;p19"/>
          <p:cNvSpPr txBox="1">
            <a:spLocks noGrp="1"/>
          </p:cNvSpPr>
          <p:nvPr>
            <p:ph type="ftr" idx="11"/>
          </p:nvPr>
        </p:nvSpPr>
        <p:spPr>
          <a:xfrm>
            <a:off x="451514" y="6041362"/>
            <a:ext cx="864432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19"/>
          <p:cNvSpPr txBox="1">
            <a:spLocks noGrp="1"/>
          </p:cNvSpPr>
          <p:nvPr>
            <p:ph type="sldNum" idx="12"/>
          </p:nvPr>
        </p:nvSpPr>
        <p:spPr>
          <a:xfrm>
            <a:off x="10678331" y="5915888"/>
            <a:ext cx="1062155" cy="4905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10800" anchor="b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/>
              <a:t>‹N°›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eux contenus" type="twoObj">
  <p:cSld name="TWO_OBJECTS">
    <p:spTree>
      <p:nvGrpSpPr>
        <p:cNvPr id="1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20"/>
          <p:cNvSpPr/>
          <p:nvPr/>
        </p:nvSpPr>
        <p:spPr>
          <a:xfrm>
            <a:off x="0" y="0"/>
            <a:ext cx="12192000" cy="2185988"/>
          </a:xfrm>
          <a:custGeom>
            <a:avLst/>
            <a:gdLst/>
            <a:ahLst/>
            <a:cxnLst/>
            <a:rect l="l" t="t" r="r" b="b"/>
            <a:pathLst>
              <a:path w="5760" h="1377" extrusionOk="0">
                <a:moveTo>
                  <a:pt x="5760" y="0"/>
                </a:moveTo>
                <a:lnTo>
                  <a:pt x="0" y="0"/>
                </a:lnTo>
                <a:lnTo>
                  <a:pt x="0" y="1189"/>
                </a:lnTo>
                <a:lnTo>
                  <a:pt x="943" y="1189"/>
                </a:lnTo>
                <a:lnTo>
                  <a:pt x="1123" y="1369"/>
                </a:lnTo>
                <a:lnTo>
                  <a:pt x="1123" y="1369"/>
                </a:lnTo>
                <a:lnTo>
                  <a:pt x="1127" y="1371"/>
                </a:lnTo>
                <a:lnTo>
                  <a:pt x="1133" y="1374"/>
                </a:lnTo>
                <a:lnTo>
                  <a:pt x="1139" y="1377"/>
                </a:lnTo>
                <a:lnTo>
                  <a:pt x="1144" y="1377"/>
                </a:lnTo>
                <a:lnTo>
                  <a:pt x="1150" y="1377"/>
                </a:lnTo>
                <a:lnTo>
                  <a:pt x="1155" y="1374"/>
                </a:lnTo>
                <a:lnTo>
                  <a:pt x="1161" y="1371"/>
                </a:lnTo>
                <a:lnTo>
                  <a:pt x="1165" y="1369"/>
                </a:lnTo>
                <a:lnTo>
                  <a:pt x="1345" y="1189"/>
                </a:lnTo>
                <a:lnTo>
                  <a:pt x="5760" y="1189"/>
                </a:lnTo>
                <a:lnTo>
                  <a:pt x="5760" y="0"/>
                </a:lnTo>
                <a:close/>
              </a:path>
            </a:pathLst>
          </a:custGeom>
          <a:blipFill rotWithShape="1">
            <a:blip r:embed="rId2">
              <a:alphaModFix/>
            </a:blip>
            <a:tile tx="0" ty="0" sx="100000" sy="100000" flip="none" algn="tl"/>
          </a:blipFill>
          <a:ln w="9525" cap="rnd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8" name="Google Shape;38;p20"/>
          <p:cNvSpPr txBox="1">
            <a:spLocks noGrp="1"/>
          </p:cNvSpPr>
          <p:nvPr>
            <p:ph type="title"/>
          </p:nvPr>
        </p:nvSpPr>
        <p:spPr>
          <a:xfrm>
            <a:off x="810000" y="447188"/>
            <a:ext cx="10571998" cy="970450"/>
          </a:xfrm>
          <a:prstGeom prst="rect">
            <a:avLst/>
          </a:prstGeom>
          <a:noFill/>
          <a:ln>
            <a:noFill/>
          </a:ln>
          <a:effectLst>
            <a:outerShdw blurRad="50800">
              <a:srgbClr val="000000">
                <a:alpha val="60000"/>
              </a:srgbClr>
            </a:outerShdw>
          </a:effectLst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EFEFE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9" name="Google Shape;39;p20"/>
          <p:cNvSpPr txBox="1">
            <a:spLocks noGrp="1"/>
          </p:cNvSpPr>
          <p:nvPr>
            <p:ph type="body" idx="1"/>
          </p:nvPr>
        </p:nvSpPr>
        <p:spPr>
          <a:xfrm>
            <a:off x="818712" y="2222287"/>
            <a:ext cx="5185873" cy="3638763"/>
          </a:xfrm>
          <a:prstGeom prst="rect">
            <a:avLst/>
          </a:prstGeom>
          <a:noFill/>
          <a:ln>
            <a:noFill/>
          </a:ln>
          <a:effectLst>
            <a:outerShdw blurRad="50800">
              <a:srgbClr val="000000">
                <a:alpha val="40000"/>
              </a:srgbClr>
            </a:outerShdw>
          </a:effectLst>
        </p:spPr>
        <p:txBody>
          <a:bodyPr spcFirstLastPara="1" wrap="square" lIns="91425" tIns="45700" rIns="91425" bIns="45700" anchor="ctr" anchorCtr="0">
            <a:normAutofit/>
          </a:bodyPr>
          <a:lstStyle>
            <a:lvl1pPr marL="457200" lvl="0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?"/>
              <a:defRPr/>
            </a:lvl1pPr>
            <a:lvl2pPr marL="914400" lvl="1" indent="-3429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Char char="?"/>
              <a:defRPr/>
            </a:lvl2pPr>
            <a:lvl3pPr marL="1371600" lvl="2" indent="-3429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Char char="?"/>
              <a:defRPr/>
            </a:lvl3pPr>
            <a:lvl4pPr marL="1828800" lvl="3" indent="-3429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Char char="?"/>
              <a:defRPr/>
            </a:lvl4pPr>
            <a:lvl5pPr marL="2286000" lvl="4" indent="-3429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Char char="?"/>
              <a:defRPr/>
            </a:lvl5pPr>
            <a:lvl6pPr marL="2743200" lvl="5" indent="-3429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Char char="?"/>
              <a:defRPr/>
            </a:lvl6pPr>
            <a:lvl7pPr marL="3200400" lvl="6" indent="-3429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Char char="?"/>
              <a:defRPr/>
            </a:lvl7pPr>
            <a:lvl8pPr marL="3657600" lvl="7" indent="-3429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Char char="?"/>
              <a:defRPr/>
            </a:lvl8pPr>
            <a:lvl9pPr marL="4114800" lvl="8" indent="-342900" algn="l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SzPts val="1800"/>
              <a:buChar char="?"/>
              <a:defRPr/>
            </a:lvl9pPr>
          </a:lstStyle>
          <a:p>
            <a:endParaRPr/>
          </a:p>
        </p:txBody>
      </p:sp>
      <p:sp>
        <p:nvSpPr>
          <p:cNvPr id="40" name="Google Shape;40;p20"/>
          <p:cNvSpPr txBox="1">
            <a:spLocks noGrp="1"/>
          </p:cNvSpPr>
          <p:nvPr>
            <p:ph type="body" idx="2"/>
          </p:nvPr>
        </p:nvSpPr>
        <p:spPr>
          <a:xfrm>
            <a:off x="6187415" y="2222287"/>
            <a:ext cx="5194583" cy="3638764"/>
          </a:xfrm>
          <a:prstGeom prst="rect">
            <a:avLst/>
          </a:prstGeom>
          <a:noFill/>
          <a:ln>
            <a:noFill/>
          </a:ln>
          <a:effectLst>
            <a:outerShdw blurRad="50800">
              <a:srgbClr val="000000">
                <a:alpha val="40000"/>
              </a:srgbClr>
            </a:outerShdw>
          </a:effectLst>
        </p:spPr>
        <p:txBody>
          <a:bodyPr spcFirstLastPara="1" wrap="square" lIns="91425" tIns="45700" rIns="91425" bIns="45700" anchor="ctr" anchorCtr="0">
            <a:normAutofit/>
          </a:bodyPr>
          <a:lstStyle>
            <a:lvl1pPr marL="457200" lvl="0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?"/>
              <a:defRPr/>
            </a:lvl1pPr>
            <a:lvl2pPr marL="914400" lvl="1" indent="-3429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Char char="?"/>
              <a:defRPr/>
            </a:lvl2pPr>
            <a:lvl3pPr marL="1371600" lvl="2" indent="-3429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Char char="?"/>
              <a:defRPr/>
            </a:lvl3pPr>
            <a:lvl4pPr marL="1828800" lvl="3" indent="-3429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Char char="?"/>
              <a:defRPr/>
            </a:lvl4pPr>
            <a:lvl5pPr marL="2286000" lvl="4" indent="-3429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Char char="?"/>
              <a:defRPr/>
            </a:lvl5pPr>
            <a:lvl6pPr marL="2743200" lvl="5" indent="-3429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Char char="?"/>
              <a:defRPr/>
            </a:lvl6pPr>
            <a:lvl7pPr marL="3200400" lvl="6" indent="-3429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Char char="?"/>
              <a:defRPr/>
            </a:lvl7pPr>
            <a:lvl8pPr marL="3657600" lvl="7" indent="-3429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Char char="?"/>
              <a:defRPr/>
            </a:lvl8pPr>
            <a:lvl9pPr marL="4114800" lvl="8" indent="-342900" algn="l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SzPts val="1800"/>
              <a:buChar char="?"/>
              <a:defRPr/>
            </a:lvl9pPr>
          </a:lstStyle>
          <a:p>
            <a:endParaRPr/>
          </a:p>
        </p:txBody>
      </p:sp>
      <p:sp>
        <p:nvSpPr>
          <p:cNvPr id="41" name="Google Shape;41;p20"/>
          <p:cNvSpPr txBox="1">
            <a:spLocks noGrp="1"/>
          </p:cNvSpPr>
          <p:nvPr>
            <p:ph type="dt" idx="10"/>
          </p:nvPr>
        </p:nvSpPr>
        <p:spPr>
          <a:xfrm>
            <a:off x="9334626" y="6041362"/>
            <a:ext cx="1343706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2" name="Google Shape;42;p20"/>
          <p:cNvSpPr txBox="1">
            <a:spLocks noGrp="1"/>
          </p:cNvSpPr>
          <p:nvPr>
            <p:ph type="ftr" idx="11"/>
          </p:nvPr>
        </p:nvSpPr>
        <p:spPr>
          <a:xfrm>
            <a:off x="451514" y="6041362"/>
            <a:ext cx="864432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3" name="Google Shape;43;p20"/>
          <p:cNvSpPr txBox="1">
            <a:spLocks noGrp="1"/>
          </p:cNvSpPr>
          <p:nvPr>
            <p:ph type="sldNum" idx="12"/>
          </p:nvPr>
        </p:nvSpPr>
        <p:spPr>
          <a:xfrm>
            <a:off x="10678331" y="5915888"/>
            <a:ext cx="1062155" cy="4905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10800" anchor="b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/>
              <a:t>‹N°›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aison" type="twoTxTwoObj">
  <p:cSld name="TWO_OBJECTS_WITH_TEXT"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21"/>
          <p:cNvSpPr/>
          <p:nvPr/>
        </p:nvSpPr>
        <p:spPr>
          <a:xfrm>
            <a:off x="0" y="0"/>
            <a:ext cx="12192000" cy="2185988"/>
          </a:xfrm>
          <a:custGeom>
            <a:avLst/>
            <a:gdLst/>
            <a:ahLst/>
            <a:cxnLst/>
            <a:rect l="l" t="t" r="r" b="b"/>
            <a:pathLst>
              <a:path w="5760" h="1377" extrusionOk="0">
                <a:moveTo>
                  <a:pt x="5760" y="0"/>
                </a:moveTo>
                <a:lnTo>
                  <a:pt x="0" y="0"/>
                </a:lnTo>
                <a:lnTo>
                  <a:pt x="0" y="1189"/>
                </a:lnTo>
                <a:lnTo>
                  <a:pt x="943" y="1189"/>
                </a:lnTo>
                <a:lnTo>
                  <a:pt x="1123" y="1369"/>
                </a:lnTo>
                <a:lnTo>
                  <a:pt x="1123" y="1369"/>
                </a:lnTo>
                <a:lnTo>
                  <a:pt x="1127" y="1371"/>
                </a:lnTo>
                <a:lnTo>
                  <a:pt x="1133" y="1374"/>
                </a:lnTo>
                <a:lnTo>
                  <a:pt x="1139" y="1377"/>
                </a:lnTo>
                <a:lnTo>
                  <a:pt x="1144" y="1377"/>
                </a:lnTo>
                <a:lnTo>
                  <a:pt x="1150" y="1377"/>
                </a:lnTo>
                <a:lnTo>
                  <a:pt x="1155" y="1374"/>
                </a:lnTo>
                <a:lnTo>
                  <a:pt x="1161" y="1371"/>
                </a:lnTo>
                <a:lnTo>
                  <a:pt x="1165" y="1369"/>
                </a:lnTo>
                <a:lnTo>
                  <a:pt x="1345" y="1189"/>
                </a:lnTo>
                <a:lnTo>
                  <a:pt x="5760" y="1189"/>
                </a:lnTo>
                <a:lnTo>
                  <a:pt x="5760" y="0"/>
                </a:lnTo>
                <a:close/>
              </a:path>
            </a:pathLst>
          </a:custGeom>
          <a:blipFill rotWithShape="1">
            <a:blip r:embed="rId2">
              <a:alphaModFix/>
            </a:blip>
            <a:tile tx="0" ty="0" sx="100000" sy="100000" flip="none" algn="tl"/>
          </a:blipFill>
          <a:ln w="9525" cap="rnd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6" name="Google Shape;46;p21"/>
          <p:cNvSpPr txBox="1">
            <a:spLocks noGrp="1"/>
          </p:cNvSpPr>
          <p:nvPr>
            <p:ph type="title"/>
          </p:nvPr>
        </p:nvSpPr>
        <p:spPr>
          <a:xfrm>
            <a:off x="810000" y="447188"/>
            <a:ext cx="10571998" cy="970450"/>
          </a:xfrm>
          <a:prstGeom prst="rect">
            <a:avLst/>
          </a:prstGeom>
          <a:noFill/>
          <a:ln>
            <a:noFill/>
          </a:ln>
          <a:effectLst>
            <a:outerShdw blurRad="50800">
              <a:srgbClr val="000000">
                <a:alpha val="60000"/>
              </a:srgbClr>
            </a:outerShdw>
          </a:effectLst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EFEFE"/>
              </a:buClr>
              <a:buSzPts val="4000"/>
              <a:buFont typeface="Century Gothic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7" name="Google Shape;47;p21"/>
          <p:cNvSpPr txBox="1">
            <a:spLocks noGrp="1"/>
          </p:cNvSpPr>
          <p:nvPr>
            <p:ph type="body" idx="1"/>
          </p:nvPr>
        </p:nvSpPr>
        <p:spPr>
          <a:xfrm>
            <a:off x="814728" y="2174875"/>
            <a:ext cx="5189857" cy="576262"/>
          </a:xfrm>
          <a:prstGeom prst="rect">
            <a:avLst/>
          </a:prstGeom>
          <a:noFill/>
          <a:ln>
            <a:noFill/>
          </a:ln>
          <a:effectLst>
            <a:outerShdw blurRad="50800">
              <a:srgbClr val="000000">
                <a:alpha val="40000"/>
              </a:srgbClr>
            </a:outerShdw>
          </a:effectLst>
        </p:spPr>
        <p:txBody>
          <a:bodyPr spcFirstLastPara="1" wrap="square" lIns="91425" tIns="45700" rIns="91425" bIns="45700" anchor="b" anchorCtr="0">
            <a:noAutofit/>
          </a:bodyPr>
          <a:lstStyle>
            <a:lvl1pPr marL="457200" lvl="0" indent="-22860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000"/>
              <a:buNone/>
              <a:defRPr sz="2000" b="0"/>
            </a:lvl1pPr>
            <a:lvl2pPr marL="914400" lvl="1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000"/>
              <a:buNone/>
              <a:defRPr sz="2000" b="1"/>
            </a:lvl2pPr>
            <a:lvl3pPr marL="1371600" lvl="2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  <a:defRPr sz="1800" b="1"/>
            </a:lvl3pPr>
            <a:lvl4pPr marL="1828800" lvl="3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00"/>
              <a:buNone/>
              <a:defRPr sz="1600" b="1"/>
            </a:lvl4pPr>
            <a:lvl5pPr marL="2286000" lvl="4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00"/>
              <a:buNone/>
              <a:defRPr sz="1600" b="1"/>
            </a:lvl5pPr>
            <a:lvl6pPr marL="2743200" lvl="5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00"/>
              <a:buNone/>
              <a:defRPr sz="1600" b="1"/>
            </a:lvl6pPr>
            <a:lvl7pPr marL="3200400" lvl="6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00"/>
              <a:buNone/>
              <a:defRPr sz="1600" b="1"/>
            </a:lvl7pPr>
            <a:lvl8pPr marL="3657600" lvl="7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00"/>
              <a:buNone/>
              <a:defRPr sz="1600" b="1"/>
            </a:lvl8pPr>
            <a:lvl9pPr marL="4114800" lvl="8" indent="-228600" algn="l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8" name="Google Shape;48;p21"/>
          <p:cNvSpPr txBox="1">
            <a:spLocks noGrp="1"/>
          </p:cNvSpPr>
          <p:nvPr>
            <p:ph type="body" idx="2"/>
          </p:nvPr>
        </p:nvSpPr>
        <p:spPr>
          <a:xfrm>
            <a:off x="814729" y="2751138"/>
            <a:ext cx="5189856" cy="3109913"/>
          </a:xfrm>
          <a:prstGeom prst="rect">
            <a:avLst/>
          </a:prstGeom>
          <a:noFill/>
          <a:ln>
            <a:noFill/>
          </a:ln>
          <a:effectLst>
            <a:outerShdw blurRad="50800">
              <a:srgbClr val="000000">
                <a:alpha val="40000"/>
              </a:srgbClr>
            </a:outerShdw>
          </a:effectLst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?"/>
              <a:defRPr/>
            </a:lvl1pPr>
            <a:lvl2pPr marL="914400" lvl="1" indent="-3429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Char char="?"/>
              <a:defRPr/>
            </a:lvl2pPr>
            <a:lvl3pPr marL="1371600" lvl="2" indent="-3429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Char char="?"/>
              <a:defRPr/>
            </a:lvl3pPr>
            <a:lvl4pPr marL="1828800" lvl="3" indent="-3429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Char char="?"/>
              <a:defRPr/>
            </a:lvl4pPr>
            <a:lvl5pPr marL="2286000" lvl="4" indent="-3429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Char char="?"/>
              <a:defRPr/>
            </a:lvl5pPr>
            <a:lvl6pPr marL="2743200" lvl="5" indent="-3429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Char char="?"/>
              <a:defRPr/>
            </a:lvl6pPr>
            <a:lvl7pPr marL="3200400" lvl="6" indent="-3429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Char char="?"/>
              <a:defRPr/>
            </a:lvl7pPr>
            <a:lvl8pPr marL="3657600" lvl="7" indent="-3429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Char char="?"/>
              <a:defRPr/>
            </a:lvl8pPr>
            <a:lvl9pPr marL="4114800" lvl="8" indent="-342900" algn="l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SzPts val="1800"/>
              <a:buChar char="?"/>
              <a:defRPr/>
            </a:lvl9pPr>
          </a:lstStyle>
          <a:p>
            <a:endParaRPr/>
          </a:p>
        </p:txBody>
      </p:sp>
      <p:sp>
        <p:nvSpPr>
          <p:cNvPr id="49" name="Google Shape;49;p21"/>
          <p:cNvSpPr txBox="1">
            <a:spLocks noGrp="1"/>
          </p:cNvSpPr>
          <p:nvPr>
            <p:ph type="body" idx="3"/>
          </p:nvPr>
        </p:nvSpPr>
        <p:spPr>
          <a:xfrm>
            <a:off x="6187415" y="2174875"/>
            <a:ext cx="5194583" cy="576262"/>
          </a:xfrm>
          <a:prstGeom prst="rect">
            <a:avLst/>
          </a:prstGeom>
          <a:noFill/>
          <a:ln>
            <a:noFill/>
          </a:ln>
          <a:effectLst>
            <a:outerShdw blurRad="50800">
              <a:srgbClr val="000000">
                <a:alpha val="40000"/>
              </a:srgbClr>
            </a:outerShdw>
          </a:effectLst>
        </p:spPr>
        <p:txBody>
          <a:bodyPr spcFirstLastPara="1" wrap="square" lIns="91425" tIns="45700" rIns="91425" bIns="45700" anchor="b" anchorCtr="0">
            <a:noAutofit/>
          </a:bodyPr>
          <a:lstStyle>
            <a:lvl1pPr marL="457200" lvl="0" indent="-22860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000"/>
              <a:buNone/>
              <a:defRPr sz="2000" b="0"/>
            </a:lvl1pPr>
            <a:lvl2pPr marL="914400" lvl="1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000"/>
              <a:buNone/>
              <a:defRPr sz="2000" b="1"/>
            </a:lvl2pPr>
            <a:lvl3pPr marL="1371600" lvl="2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  <a:defRPr sz="1800" b="1"/>
            </a:lvl3pPr>
            <a:lvl4pPr marL="1828800" lvl="3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00"/>
              <a:buNone/>
              <a:defRPr sz="1600" b="1"/>
            </a:lvl4pPr>
            <a:lvl5pPr marL="2286000" lvl="4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00"/>
              <a:buNone/>
              <a:defRPr sz="1600" b="1"/>
            </a:lvl5pPr>
            <a:lvl6pPr marL="2743200" lvl="5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00"/>
              <a:buNone/>
              <a:defRPr sz="1600" b="1"/>
            </a:lvl6pPr>
            <a:lvl7pPr marL="3200400" lvl="6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00"/>
              <a:buNone/>
              <a:defRPr sz="1600" b="1"/>
            </a:lvl7pPr>
            <a:lvl8pPr marL="3657600" lvl="7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00"/>
              <a:buNone/>
              <a:defRPr sz="1600" b="1"/>
            </a:lvl8pPr>
            <a:lvl9pPr marL="4114800" lvl="8" indent="-228600" algn="l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50" name="Google Shape;50;p21"/>
          <p:cNvSpPr txBox="1">
            <a:spLocks noGrp="1"/>
          </p:cNvSpPr>
          <p:nvPr>
            <p:ph type="body" idx="4"/>
          </p:nvPr>
        </p:nvSpPr>
        <p:spPr>
          <a:xfrm>
            <a:off x="6187415" y="2751138"/>
            <a:ext cx="5194583" cy="3109913"/>
          </a:xfrm>
          <a:prstGeom prst="rect">
            <a:avLst/>
          </a:prstGeom>
          <a:noFill/>
          <a:ln>
            <a:noFill/>
          </a:ln>
          <a:effectLst>
            <a:outerShdw blurRad="50800">
              <a:srgbClr val="000000">
                <a:alpha val="40000"/>
              </a:srgbClr>
            </a:outerShdw>
          </a:effectLst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?"/>
              <a:defRPr/>
            </a:lvl1pPr>
            <a:lvl2pPr marL="914400" lvl="1" indent="-3429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Char char="?"/>
              <a:defRPr/>
            </a:lvl2pPr>
            <a:lvl3pPr marL="1371600" lvl="2" indent="-3429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Char char="?"/>
              <a:defRPr/>
            </a:lvl3pPr>
            <a:lvl4pPr marL="1828800" lvl="3" indent="-3429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Char char="?"/>
              <a:defRPr/>
            </a:lvl4pPr>
            <a:lvl5pPr marL="2286000" lvl="4" indent="-3429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Char char="?"/>
              <a:defRPr/>
            </a:lvl5pPr>
            <a:lvl6pPr marL="2743200" lvl="5" indent="-3429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Char char="?"/>
              <a:defRPr/>
            </a:lvl6pPr>
            <a:lvl7pPr marL="3200400" lvl="6" indent="-3429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Char char="?"/>
              <a:defRPr/>
            </a:lvl7pPr>
            <a:lvl8pPr marL="3657600" lvl="7" indent="-3429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Char char="?"/>
              <a:defRPr/>
            </a:lvl8pPr>
            <a:lvl9pPr marL="4114800" lvl="8" indent="-342900" algn="l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SzPts val="1800"/>
              <a:buChar char="?"/>
              <a:defRPr/>
            </a:lvl9pPr>
          </a:lstStyle>
          <a:p>
            <a:endParaRPr/>
          </a:p>
        </p:txBody>
      </p:sp>
      <p:sp>
        <p:nvSpPr>
          <p:cNvPr id="51" name="Google Shape;51;p21"/>
          <p:cNvSpPr txBox="1">
            <a:spLocks noGrp="1"/>
          </p:cNvSpPr>
          <p:nvPr>
            <p:ph type="dt" idx="10"/>
          </p:nvPr>
        </p:nvSpPr>
        <p:spPr>
          <a:xfrm>
            <a:off x="9334626" y="6041362"/>
            <a:ext cx="1343706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21"/>
          <p:cNvSpPr txBox="1">
            <a:spLocks noGrp="1"/>
          </p:cNvSpPr>
          <p:nvPr>
            <p:ph type="ftr" idx="11"/>
          </p:nvPr>
        </p:nvSpPr>
        <p:spPr>
          <a:xfrm>
            <a:off x="451514" y="6041362"/>
            <a:ext cx="864432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21"/>
          <p:cNvSpPr txBox="1">
            <a:spLocks noGrp="1"/>
          </p:cNvSpPr>
          <p:nvPr>
            <p:ph type="sldNum" idx="12"/>
          </p:nvPr>
        </p:nvSpPr>
        <p:spPr>
          <a:xfrm>
            <a:off x="10678331" y="5915888"/>
            <a:ext cx="1062155" cy="4905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10800" anchor="b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/>
              <a:t>‹N°›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re uniquement" type="titleOnly">
  <p:cSld name="TITLE_ONLY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22"/>
          <p:cNvSpPr/>
          <p:nvPr/>
        </p:nvSpPr>
        <p:spPr>
          <a:xfrm>
            <a:off x="0" y="0"/>
            <a:ext cx="12192000" cy="2185988"/>
          </a:xfrm>
          <a:custGeom>
            <a:avLst/>
            <a:gdLst/>
            <a:ahLst/>
            <a:cxnLst/>
            <a:rect l="l" t="t" r="r" b="b"/>
            <a:pathLst>
              <a:path w="5760" h="1377" extrusionOk="0">
                <a:moveTo>
                  <a:pt x="5760" y="0"/>
                </a:moveTo>
                <a:lnTo>
                  <a:pt x="0" y="0"/>
                </a:lnTo>
                <a:lnTo>
                  <a:pt x="0" y="1189"/>
                </a:lnTo>
                <a:lnTo>
                  <a:pt x="943" y="1189"/>
                </a:lnTo>
                <a:lnTo>
                  <a:pt x="1123" y="1369"/>
                </a:lnTo>
                <a:lnTo>
                  <a:pt x="1123" y="1369"/>
                </a:lnTo>
                <a:lnTo>
                  <a:pt x="1127" y="1371"/>
                </a:lnTo>
                <a:lnTo>
                  <a:pt x="1133" y="1374"/>
                </a:lnTo>
                <a:lnTo>
                  <a:pt x="1139" y="1377"/>
                </a:lnTo>
                <a:lnTo>
                  <a:pt x="1144" y="1377"/>
                </a:lnTo>
                <a:lnTo>
                  <a:pt x="1150" y="1377"/>
                </a:lnTo>
                <a:lnTo>
                  <a:pt x="1155" y="1374"/>
                </a:lnTo>
                <a:lnTo>
                  <a:pt x="1161" y="1371"/>
                </a:lnTo>
                <a:lnTo>
                  <a:pt x="1165" y="1369"/>
                </a:lnTo>
                <a:lnTo>
                  <a:pt x="1345" y="1189"/>
                </a:lnTo>
                <a:lnTo>
                  <a:pt x="5760" y="1189"/>
                </a:lnTo>
                <a:lnTo>
                  <a:pt x="5760" y="0"/>
                </a:lnTo>
                <a:close/>
              </a:path>
            </a:pathLst>
          </a:custGeom>
          <a:blipFill rotWithShape="1">
            <a:blip r:embed="rId2">
              <a:alphaModFix/>
            </a:blip>
            <a:tile tx="0" ty="0" sx="100000" sy="100000" flip="none" algn="tl"/>
          </a:blipFill>
          <a:ln w="9525" cap="rnd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56" name="Google Shape;56;p22"/>
          <p:cNvSpPr txBox="1">
            <a:spLocks noGrp="1"/>
          </p:cNvSpPr>
          <p:nvPr>
            <p:ph type="title"/>
          </p:nvPr>
        </p:nvSpPr>
        <p:spPr>
          <a:xfrm>
            <a:off x="810000" y="447188"/>
            <a:ext cx="10571998" cy="970450"/>
          </a:xfrm>
          <a:prstGeom prst="rect">
            <a:avLst/>
          </a:prstGeom>
          <a:noFill/>
          <a:ln>
            <a:noFill/>
          </a:ln>
          <a:effectLst>
            <a:outerShdw blurRad="50800">
              <a:srgbClr val="000000">
                <a:alpha val="60000"/>
              </a:srgbClr>
            </a:outerShdw>
          </a:effectLst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EFEFE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7" name="Google Shape;57;p22"/>
          <p:cNvSpPr txBox="1">
            <a:spLocks noGrp="1"/>
          </p:cNvSpPr>
          <p:nvPr>
            <p:ph type="dt" idx="10"/>
          </p:nvPr>
        </p:nvSpPr>
        <p:spPr>
          <a:xfrm>
            <a:off x="9334626" y="6041362"/>
            <a:ext cx="1343706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8" name="Google Shape;58;p22"/>
          <p:cNvSpPr txBox="1">
            <a:spLocks noGrp="1"/>
          </p:cNvSpPr>
          <p:nvPr>
            <p:ph type="ftr" idx="11"/>
          </p:nvPr>
        </p:nvSpPr>
        <p:spPr>
          <a:xfrm>
            <a:off x="451514" y="6041362"/>
            <a:ext cx="864432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9" name="Google Shape;59;p22"/>
          <p:cNvSpPr txBox="1">
            <a:spLocks noGrp="1"/>
          </p:cNvSpPr>
          <p:nvPr>
            <p:ph type="sldNum" idx="12"/>
          </p:nvPr>
        </p:nvSpPr>
        <p:spPr>
          <a:xfrm>
            <a:off x="10678331" y="5915888"/>
            <a:ext cx="1062155" cy="4905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10800" anchor="b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/>
              <a:t>‹N°›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ide" type="blank">
  <p:cSld name="BLANK">
    <p:spTree>
      <p:nvGrpSpPr>
        <p:cNvPr id="1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23"/>
          <p:cNvSpPr txBox="1">
            <a:spLocks noGrp="1"/>
          </p:cNvSpPr>
          <p:nvPr>
            <p:ph type="dt" idx="10"/>
          </p:nvPr>
        </p:nvSpPr>
        <p:spPr>
          <a:xfrm>
            <a:off x="9334626" y="6041362"/>
            <a:ext cx="1343706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2" name="Google Shape;62;p23"/>
          <p:cNvSpPr txBox="1">
            <a:spLocks noGrp="1"/>
          </p:cNvSpPr>
          <p:nvPr>
            <p:ph type="ftr" idx="11"/>
          </p:nvPr>
        </p:nvSpPr>
        <p:spPr>
          <a:xfrm>
            <a:off x="451514" y="6041362"/>
            <a:ext cx="864432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23"/>
          <p:cNvSpPr txBox="1">
            <a:spLocks noGrp="1"/>
          </p:cNvSpPr>
          <p:nvPr>
            <p:ph type="sldNum" idx="12"/>
          </p:nvPr>
        </p:nvSpPr>
        <p:spPr>
          <a:xfrm>
            <a:off x="10678331" y="5915888"/>
            <a:ext cx="1062155" cy="4905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10800" anchor="b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/>
              <a:t>‹N°›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u avec légende" type="objTx">
  <p:cSld name="OBJECT_WITH_CAPTION_TEXT">
    <p:spTree>
      <p:nvGrpSpPr>
        <p:cNvPr id="1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24"/>
          <p:cNvSpPr/>
          <p:nvPr/>
        </p:nvSpPr>
        <p:spPr>
          <a:xfrm>
            <a:off x="1073151" y="446087"/>
            <a:ext cx="3547533" cy="1814651"/>
          </a:xfrm>
          <a:custGeom>
            <a:avLst/>
            <a:gdLst/>
            <a:ahLst/>
            <a:cxnLst/>
            <a:rect l="l" t="t" r="r" b="b"/>
            <a:pathLst>
              <a:path w="3384" h="2308" extrusionOk="0">
                <a:moveTo>
                  <a:pt x="3340" y="0"/>
                </a:moveTo>
                <a:lnTo>
                  <a:pt x="44" y="0"/>
                </a:lnTo>
                <a:lnTo>
                  <a:pt x="44" y="0"/>
                </a:lnTo>
                <a:lnTo>
                  <a:pt x="34" y="0"/>
                </a:lnTo>
                <a:lnTo>
                  <a:pt x="26" y="4"/>
                </a:lnTo>
                <a:lnTo>
                  <a:pt x="20" y="8"/>
                </a:lnTo>
                <a:lnTo>
                  <a:pt x="12" y="12"/>
                </a:lnTo>
                <a:lnTo>
                  <a:pt x="8" y="20"/>
                </a:lnTo>
                <a:lnTo>
                  <a:pt x="4" y="26"/>
                </a:lnTo>
                <a:lnTo>
                  <a:pt x="0" y="34"/>
                </a:lnTo>
                <a:lnTo>
                  <a:pt x="0" y="44"/>
                </a:lnTo>
                <a:lnTo>
                  <a:pt x="0" y="2076"/>
                </a:lnTo>
                <a:lnTo>
                  <a:pt x="0" y="2076"/>
                </a:lnTo>
                <a:lnTo>
                  <a:pt x="0" y="2086"/>
                </a:lnTo>
                <a:lnTo>
                  <a:pt x="4" y="2094"/>
                </a:lnTo>
                <a:lnTo>
                  <a:pt x="8" y="2100"/>
                </a:lnTo>
                <a:lnTo>
                  <a:pt x="12" y="2108"/>
                </a:lnTo>
                <a:lnTo>
                  <a:pt x="20" y="2112"/>
                </a:lnTo>
                <a:lnTo>
                  <a:pt x="26" y="2116"/>
                </a:lnTo>
                <a:lnTo>
                  <a:pt x="34" y="2120"/>
                </a:lnTo>
                <a:lnTo>
                  <a:pt x="44" y="2120"/>
                </a:lnTo>
                <a:lnTo>
                  <a:pt x="474" y="2120"/>
                </a:lnTo>
                <a:lnTo>
                  <a:pt x="650" y="2296"/>
                </a:lnTo>
                <a:lnTo>
                  <a:pt x="650" y="2296"/>
                </a:lnTo>
                <a:lnTo>
                  <a:pt x="656" y="2300"/>
                </a:lnTo>
                <a:lnTo>
                  <a:pt x="664" y="2304"/>
                </a:lnTo>
                <a:lnTo>
                  <a:pt x="672" y="2308"/>
                </a:lnTo>
                <a:lnTo>
                  <a:pt x="680" y="2308"/>
                </a:lnTo>
                <a:lnTo>
                  <a:pt x="688" y="2308"/>
                </a:lnTo>
                <a:lnTo>
                  <a:pt x="696" y="2304"/>
                </a:lnTo>
                <a:lnTo>
                  <a:pt x="704" y="2300"/>
                </a:lnTo>
                <a:lnTo>
                  <a:pt x="710" y="2296"/>
                </a:lnTo>
                <a:lnTo>
                  <a:pt x="886" y="2120"/>
                </a:lnTo>
                <a:lnTo>
                  <a:pt x="3340" y="2120"/>
                </a:lnTo>
                <a:lnTo>
                  <a:pt x="3340" y="2120"/>
                </a:lnTo>
                <a:lnTo>
                  <a:pt x="3350" y="2120"/>
                </a:lnTo>
                <a:lnTo>
                  <a:pt x="3358" y="2116"/>
                </a:lnTo>
                <a:lnTo>
                  <a:pt x="3364" y="2112"/>
                </a:lnTo>
                <a:lnTo>
                  <a:pt x="3372" y="2108"/>
                </a:lnTo>
                <a:lnTo>
                  <a:pt x="3376" y="2100"/>
                </a:lnTo>
                <a:lnTo>
                  <a:pt x="3380" y="2094"/>
                </a:lnTo>
                <a:lnTo>
                  <a:pt x="3384" y="2086"/>
                </a:lnTo>
                <a:lnTo>
                  <a:pt x="3384" y="2076"/>
                </a:lnTo>
                <a:lnTo>
                  <a:pt x="3384" y="44"/>
                </a:lnTo>
                <a:lnTo>
                  <a:pt x="3384" y="44"/>
                </a:lnTo>
                <a:lnTo>
                  <a:pt x="3384" y="34"/>
                </a:lnTo>
                <a:lnTo>
                  <a:pt x="3380" y="26"/>
                </a:lnTo>
                <a:lnTo>
                  <a:pt x="3376" y="20"/>
                </a:lnTo>
                <a:lnTo>
                  <a:pt x="3372" y="12"/>
                </a:lnTo>
                <a:lnTo>
                  <a:pt x="3364" y="8"/>
                </a:lnTo>
                <a:lnTo>
                  <a:pt x="3358" y="4"/>
                </a:lnTo>
                <a:lnTo>
                  <a:pt x="3350" y="0"/>
                </a:lnTo>
                <a:lnTo>
                  <a:pt x="3340" y="0"/>
                </a:lnTo>
                <a:lnTo>
                  <a:pt x="3340" y="0"/>
                </a:lnTo>
                <a:close/>
              </a:path>
            </a:pathLst>
          </a:custGeom>
          <a:blipFill rotWithShape="1">
            <a:blip r:embed="rId2">
              <a:alphaModFix/>
            </a:blip>
            <a:tile tx="0" ty="0" sx="100000" sy="100000" flip="none" algn="tl"/>
          </a:blipFill>
          <a:ln w="9525" cap="rnd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6" name="Google Shape;66;p24"/>
          <p:cNvSpPr txBox="1">
            <a:spLocks noGrp="1"/>
          </p:cNvSpPr>
          <p:nvPr>
            <p:ph type="title"/>
          </p:nvPr>
        </p:nvSpPr>
        <p:spPr>
          <a:xfrm>
            <a:off x="1073151" y="446088"/>
            <a:ext cx="3547533" cy="1618396"/>
          </a:xfrm>
          <a:prstGeom prst="rect">
            <a:avLst/>
          </a:prstGeom>
          <a:noFill/>
          <a:ln>
            <a:noFill/>
          </a:ln>
          <a:effectLst>
            <a:outerShdw blurRad="50800">
              <a:srgbClr val="000000">
                <a:alpha val="60000"/>
              </a:srgbClr>
            </a:outerShdw>
          </a:effectLst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EFEFE"/>
              </a:buClr>
              <a:buSzPts val="2000"/>
              <a:buFont typeface="Century Gothic"/>
              <a:buNone/>
              <a:defRPr sz="2000" b="1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24"/>
          <p:cNvSpPr txBox="1">
            <a:spLocks noGrp="1"/>
          </p:cNvSpPr>
          <p:nvPr>
            <p:ph type="body" idx="1"/>
          </p:nvPr>
        </p:nvSpPr>
        <p:spPr>
          <a:xfrm>
            <a:off x="4855633" y="446088"/>
            <a:ext cx="6252633" cy="5414963"/>
          </a:xfrm>
          <a:prstGeom prst="rect">
            <a:avLst/>
          </a:prstGeom>
          <a:noFill/>
          <a:ln>
            <a:noFill/>
          </a:ln>
          <a:effectLst>
            <a:outerShdw blurRad="50800">
              <a:srgbClr val="000000">
                <a:alpha val="40000"/>
              </a:srgbClr>
            </a:outerShdw>
          </a:effectLst>
        </p:spPr>
        <p:txBody>
          <a:bodyPr spcFirstLastPara="1" wrap="square" lIns="91425" tIns="45700" rIns="91425" bIns="45700" anchor="ctr" anchorCtr="0">
            <a:normAutofit/>
          </a:bodyPr>
          <a:lstStyle>
            <a:lvl1pPr marL="457200" lvl="0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?"/>
              <a:defRPr/>
            </a:lvl1pPr>
            <a:lvl2pPr marL="914400" lvl="1" indent="-3429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Char char="?"/>
              <a:defRPr/>
            </a:lvl2pPr>
            <a:lvl3pPr marL="1371600" lvl="2" indent="-3429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Char char="?"/>
              <a:defRPr/>
            </a:lvl3pPr>
            <a:lvl4pPr marL="1828800" lvl="3" indent="-3429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Char char="?"/>
              <a:defRPr/>
            </a:lvl4pPr>
            <a:lvl5pPr marL="2286000" lvl="4" indent="-3429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Char char="?"/>
              <a:defRPr/>
            </a:lvl5pPr>
            <a:lvl6pPr marL="2743200" lvl="5" indent="-3429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Char char="?"/>
              <a:defRPr/>
            </a:lvl6pPr>
            <a:lvl7pPr marL="3200400" lvl="6" indent="-3429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Char char="?"/>
              <a:defRPr/>
            </a:lvl7pPr>
            <a:lvl8pPr marL="3657600" lvl="7" indent="-3429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Char char="?"/>
              <a:defRPr/>
            </a:lvl8pPr>
            <a:lvl9pPr marL="4114800" lvl="8" indent="-342900" algn="l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SzPts val="1800"/>
              <a:buChar char="?"/>
              <a:defRPr/>
            </a:lvl9pPr>
          </a:lstStyle>
          <a:p>
            <a:endParaRPr/>
          </a:p>
        </p:txBody>
      </p:sp>
      <p:sp>
        <p:nvSpPr>
          <p:cNvPr id="68" name="Google Shape;68;p24"/>
          <p:cNvSpPr txBox="1">
            <a:spLocks noGrp="1"/>
          </p:cNvSpPr>
          <p:nvPr>
            <p:ph type="body" idx="2"/>
          </p:nvPr>
        </p:nvSpPr>
        <p:spPr>
          <a:xfrm>
            <a:off x="1073151" y="2260738"/>
            <a:ext cx="3547533" cy="3600311"/>
          </a:xfrm>
          <a:prstGeom prst="rect">
            <a:avLst/>
          </a:prstGeom>
          <a:noFill/>
          <a:ln>
            <a:noFill/>
          </a:ln>
          <a:effectLst>
            <a:outerShdw blurRad="50800">
              <a:srgbClr val="000000">
                <a:alpha val="40000"/>
              </a:srgbClr>
            </a:outerShdw>
          </a:effectLst>
        </p:spPr>
        <p:txBody>
          <a:bodyPr spcFirstLastPara="1" wrap="square" lIns="91425" tIns="45700" rIns="91425" bIns="45700" anchor="ctr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SzPts val="1400"/>
              <a:buNone/>
              <a:defRPr sz="1400"/>
            </a:lvl1pPr>
            <a:lvl2pPr marL="914400" lvl="1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 sz="1200"/>
            </a:lvl2pPr>
            <a:lvl3pPr marL="1371600" lvl="2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000"/>
              <a:buNone/>
              <a:defRPr sz="1000"/>
            </a:lvl3pPr>
            <a:lvl4pPr marL="1828800" lvl="3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900"/>
              <a:buNone/>
              <a:defRPr sz="900"/>
            </a:lvl4pPr>
            <a:lvl5pPr marL="2286000" lvl="4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900"/>
              <a:buNone/>
              <a:defRPr sz="900"/>
            </a:lvl5pPr>
            <a:lvl6pPr marL="2743200" lvl="5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900"/>
              <a:buNone/>
              <a:defRPr sz="900"/>
            </a:lvl6pPr>
            <a:lvl7pPr marL="3200400" lvl="6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900"/>
              <a:buNone/>
              <a:defRPr sz="900"/>
            </a:lvl7pPr>
            <a:lvl8pPr marL="3657600" lvl="7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900"/>
              <a:buNone/>
              <a:defRPr sz="900"/>
            </a:lvl8pPr>
            <a:lvl9pPr marL="4114800" lvl="8" indent="-228600" algn="l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69" name="Google Shape;69;p24"/>
          <p:cNvSpPr txBox="1">
            <a:spLocks noGrp="1"/>
          </p:cNvSpPr>
          <p:nvPr>
            <p:ph type="dt" idx="10"/>
          </p:nvPr>
        </p:nvSpPr>
        <p:spPr>
          <a:xfrm>
            <a:off x="9334626" y="6041362"/>
            <a:ext cx="1343706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24"/>
          <p:cNvSpPr txBox="1">
            <a:spLocks noGrp="1"/>
          </p:cNvSpPr>
          <p:nvPr>
            <p:ph type="ftr" idx="11"/>
          </p:nvPr>
        </p:nvSpPr>
        <p:spPr>
          <a:xfrm>
            <a:off x="451514" y="6041362"/>
            <a:ext cx="864432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1" name="Google Shape;71;p24"/>
          <p:cNvSpPr txBox="1">
            <a:spLocks noGrp="1"/>
          </p:cNvSpPr>
          <p:nvPr>
            <p:ph type="sldNum" idx="12"/>
          </p:nvPr>
        </p:nvSpPr>
        <p:spPr>
          <a:xfrm>
            <a:off x="10678331" y="5915888"/>
            <a:ext cx="1062155" cy="4905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10800" anchor="b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/>
              <a:t>‹N°›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Image avec légende" type="picTx">
  <p:cSld name="PICTURE_WITH_CAPTION_TEXT">
    <p:spTree>
      <p:nvGrpSpPr>
        <p:cNvPr id="1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25"/>
          <p:cNvSpPr txBox="1">
            <a:spLocks noGrp="1"/>
          </p:cNvSpPr>
          <p:nvPr>
            <p:ph type="title"/>
          </p:nvPr>
        </p:nvSpPr>
        <p:spPr>
          <a:xfrm>
            <a:off x="814728" y="727522"/>
            <a:ext cx="4852988" cy="1617163"/>
          </a:xfrm>
          <a:prstGeom prst="rect">
            <a:avLst/>
          </a:prstGeom>
          <a:noFill/>
          <a:ln>
            <a:noFill/>
          </a:ln>
          <a:effectLst>
            <a:outerShdw blurRad="50800">
              <a:srgbClr val="000000">
                <a:alpha val="60000"/>
              </a:srgbClr>
            </a:outerShdw>
          </a:effectLst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EFEFE"/>
              </a:buClr>
              <a:buSzPts val="2400"/>
              <a:buFont typeface="Century Gothic"/>
              <a:buNone/>
              <a:defRPr sz="2400" b="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4" name="Google Shape;74;p25"/>
          <p:cNvSpPr>
            <a:spLocks noGrp="1"/>
          </p:cNvSpPr>
          <p:nvPr>
            <p:ph type="pic" idx="2"/>
          </p:nvPr>
        </p:nvSpPr>
        <p:spPr>
          <a:xfrm>
            <a:off x="6098117" y="0"/>
            <a:ext cx="6093883" cy="6858000"/>
          </a:xfrm>
          <a:prstGeom prst="rect">
            <a:avLst/>
          </a:prstGeom>
          <a:noFill/>
          <a:ln w="9525" cap="flat" cmpd="sng">
            <a:solidFill>
              <a:schemeClr val="lt2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>
              <a:srgbClr val="000000">
                <a:alpha val="40000"/>
              </a:srgbClr>
            </a:outerShdw>
          </a:effectLst>
        </p:spPr>
      </p:sp>
      <p:sp>
        <p:nvSpPr>
          <p:cNvPr id="75" name="Google Shape;75;p25"/>
          <p:cNvSpPr txBox="1">
            <a:spLocks noGrp="1"/>
          </p:cNvSpPr>
          <p:nvPr>
            <p:ph type="body" idx="1"/>
          </p:nvPr>
        </p:nvSpPr>
        <p:spPr>
          <a:xfrm>
            <a:off x="814728" y="2344684"/>
            <a:ext cx="4852988" cy="3516365"/>
          </a:xfrm>
          <a:prstGeom prst="rect">
            <a:avLst/>
          </a:prstGeom>
          <a:noFill/>
          <a:ln>
            <a:noFill/>
          </a:ln>
          <a:effectLst>
            <a:outerShdw blurRad="50800">
              <a:srgbClr val="000000">
                <a:alpha val="40000"/>
              </a:srgbClr>
            </a:outerShdw>
          </a:effectLst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SzPts val="1200"/>
              <a:buNone/>
              <a:defRPr sz="1200"/>
            </a:lvl1pPr>
            <a:lvl2pPr marL="914400" lvl="1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 sz="1200"/>
            </a:lvl2pPr>
            <a:lvl3pPr marL="1371600" lvl="2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000"/>
              <a:buNone/>
              <a:defRPr sz="1000"/>
            </a:lvl3pPr>
            <a:lvl4pPr marL="1828800" lvl="3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900"/>
              <a:buNone/>
              <a:defRPr sz="900"/>
            </a:lvl4pPr>
            <a:lvl5pPr marL="2286000" lvl="4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900"/>
              <a:buNone/>
              <a:defRPr sz="900"/>
            </a:lvl5pPr>
            <a:lvl6pPr marL="2743200" lvl="5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900"/>
              <a:buNone/>
              <a:defRPr sz="900"/>
            </a:lvl6pPr>
            <a:lvl7pPr marL="3200400" lvl="6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900"/>
              <a:buNone/>
              <a:defRPr sz="900"/>
            </a:lvl7pPr>
            <a:lvl8pPr marL="3657600" lvl="7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900"/>
              <a:buNone/>
              <a:defRPr sz="900"/>
            </a:lvl8pPr>
            <a:lvl9pPr marL="4114800" lvl="8" indent="-228600" algn="l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76" name="Google Shape;76;p25"/>
          <p:cNvSpPr txBox="1">
            <a:spLocks noGrp="1"/>
          </p:cNvSpPr>
          <p:nvPr>
            <p:ph type="dt" idx="10"/>
          </p:nvPr>
        </p:nvSpPr>
        <p:spPr>
          <a:xfrm>
            <a:off x="3885810" y="6041362"/>
            <a:ext cx="976879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7" name="Google Shape;77;p25"/>
          <p:cNvSpPr txBox="1">
            <a:spLocks noGrp="1"/>
          </p:cNvSpPr>
          <p:nvPr>
            <p:ph type="ftr" idx="11"/>
          </p:nvPr>
        </p:nvSpPr>
        <p:spPr>
          <a:xfrm>
            <a:off x="590396" y="6041362"/>
            <a:ext cx="3295413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8" name="Google Shape;78;p25"/>
          <p:cNvSpPr txBox="1">
            <a:spLocks noGrp="1"/>
          </p:cNvSpPr>
          <p:nvPr>
            <p:ph type="sldNum" idx="12"/>
          </p:nvPr>
        </p:nvSpPr>
        <p:spPr>
          <a:xfrm>
            <a:off x="4862689" y="5915888"/>
            <a:ext cx="1062155" cy="4905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10800" anchor="b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/>
              <a:t>‹N°›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Image panoramique avec légende">
  <p:cSld name="Image panoramique avec légende">
    <p:spTree>
      <p:nvGrpSpPr>
        <p:cNvPr id="1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p26"/>
          <p:cNvSpPr txBox="1">
            <a:spLocks noGrp="1"/>
          </p:cNvSpPr>
          <p:nvPr>
            <p:ph type="title"/>
          </p:nvPr>
        </p:nvSpPr>
        <p:spPr>
          <a:xfrm>
            <a:off x="810000" y="4800600"/>
            <a:ext cx="10561418" cy="566738"/>
          </a:xfrm>
          <a:prstGeom prst="rect">
            <a:avLst/>
          </a:prstGeom>
          <a:noFill/>
          <a:ln>
            <a:noFill/>
          </a:ln>
          <a:effectLst>
            <a:outerShdw blurRad="50800">
              <a:srgbClr val="000000">
                <a:alpha val="60000"/>
              </a:srgbClr>
            </a:outerShdw>
          </a:effectLst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EFEFE"/>
              </a:buClr>
              <a:buSzPts val="2400"/>
              <a:buFont typeface="Century Gothic"/>
              <a:buNone/>
              <a:defRPr sz="2400" b="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1" name="Google Shape;81;p26"/>
          <p:cNvSpPr>
            <a:spLocks noGrp="1"/>
          </p:cNvSpPr>
          <p:nvPr>
            <p:ph type="pic" idx="2"/>
          </p:nvPr>
        </p:nvSpPr>
        <p:spPr>
          <a:xfrm>
            <a:off x="0" y="0"/>
            <a:ext cx="12192000" cy="4800600"/>
          </a:xfrm>
          <a:prstGeom prst="rect">
            <a:avLst/>
          </a:prstGeom>
          <a:noFill/>
          <a:ln w="9525" cap="rnd" cmpd="sng">
            <a:solidFill>
              <a:schemeClr val="lt2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>
              <a:srgbClr val="000000">
                <a:alpha val="40000"/>
              </a:srgbClr>
            </a:outerShdw>
          </a:effectLst>
        </p:spPr>
      </p:sp>
      <p:sp>
        <p:nvSpPr>
          <p:cNvPr id="82" name="Google Shape;82;p26"/>
          <p:cNvSpPr txBox="1">
            <a:spLocks noGrp="1"/>
          </p:cNvSpPr>
          <p:nvPr>
            <p:ph type="body" idx="1"/>
          </p:nvPr>
        </p:nvSpPr>
        <p:spPr>
          <a:xfrm>
            <a:off x="810000" y="5367338"/>
            <a:ext cx="10561418" cy="493712"/>
          </a:xfrm>
          <a:prstGeom prst="rect">
            <a:avLst/>
          </a:prstGeom>
          <a:noFill/>
          <a:ln>
            <a:noFill/>
          </a:ln>
          <a:effectLst>
            <a:outerShdw blurRad="50800">
              <a:srgbClr val="000000">
                <a:alpha val="40000"/>
              </a:srgbClr>
            </a:outerShdw>
          </a:effectLst>
        </p:spPr>
        <p:txBody>
          <a:bodyPr spcFirstLastPara="1" wrap="square" lIns="91425" tIns="45700" rIns="91425" bIns="45700" anchor="ctr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SzPts val="1200"/>
              <a:buNone/>
              <a:defRPr sz="1200"/>
            </a:lvl1pPr>
            <a:lvl2pPr marL="914400" lvl="1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 sz="1200"/>
            </a:lvl2pPr>
            <a:lvl3pPr marL="1371600" lvl="2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000"/>
              <a:buNone/>
              <a:defRPr sz="1000"/>
            </a:lvl3pPr>
            <a:lvl4pPr marL="1828800" lvl="3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900"/>
              <a:buNone/>
              <a:defRPr sz="900"/>
            </a:lvl4pPr>
            <a:lvl5pPr marL="2286000" lvl="4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900"/>
              <a:buNone/>
              <a:defRPr sz="900"/>
            </a:lvl5pPr>
            <a:lvl6pPr marL="2743200" lvl="5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900"/>
              <a:buNone/>
              <a:defRPr sz="900"/>
            </a:lvl6pPr>
            <a:lvl7pPr marL="3200400" lvl="6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900"/>
              <a:buNone/>
              <a:defRPr sz="900"/>
            </a:lvl7pPr>
            <a:lvl8pPr marL="3657600" lvl="7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900"/>
              <a:buNone/>
              <a:defRPr sz="900"/>
            </a:lvl8pPr>
            <a:lvl9pPr marL="4114800" lvl="8" indent="-228600" algn="l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83" name="Google Shape;83;p26"/>
          <p:cNvSpPr txBox="1">
            <a:spLocks noGrp="1"/>
          </p:cNvSpPr>
          <p:nvPr>
            <p:ph type="dt" idx="10"/>
          </p:nvPr>
        </p:nvSpPr>
        <p:spPr>
          <a:xfrm>
            <a:off x="9334626" y="6041362"/>
            <a:ext cx="1343706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4" name="Google Shape;84;p26"/>
          <p:cNvSpPr txBox="1">
            <a:spLocks noGrp="1"/>
          </p:cNvSpPr>
          <p:nvPr>
            <p:ph type="ftr" idx="11"/>
          </p:nvPr>
        </p:nvSpPr>
        <p:spPr>
          <a:xfrm>
            <a:off x="451514" y="6041362"/>
            <a:ext cx="864432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5" name="Google Shape;85;p26"/>
          <p:cNvSpPr txBox="1">
            <a:spLocks noGrp="1"/>
          </p:cNvSpPr>
          <p:nvPr>
            <p:ph type="sldNum" idx="12"/>
          </p:nvPr>
        </p:nvSpPr>
        <p:spPr>
          <a:xfrm>
            <a:off x="10678331" y="5915888"/>
            <a:ext cx="1062155" cy="4905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10800" anchor="b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/>
              <a:t>‹N°›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itation avec légende">
  <p:cSld name="Citation avec légende">
    <p:spTree>
      <p:nvGrpSpPr>
        <p:cNvPr id="1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27"/>
          <p:cNvSpPr/>
          <p:nvPr/>
        </p:nvSpPr>
        <p:spPr>
          <a:xfrm>
            <a:off x="631697" y="1081456"/>
            <a:ext cx="6332416" cy="3239188"/>
          </a:xfrm>
          <a:custGeom>
            <a:avLst/>
            <a:gdLst/>
            <a:ahLst/>
            <a:cxnLst/>
            <a:rect l="l" t="t" r="r" b="b"/>
            <a:pathLst>
              <a:path w="3384" h="2308" extrusionOk="0">
                <a:moveTo>
                  <a:pt x="3340" y="0"/>
                </a:moveTo>
                <a:lnTo>
                  <a:pt x="44" y="0"/>
                </a:lnTo>
                <a:lnTo>
                  <a:pt x="44" y="0"/>
                </a:lnTo>
                <a:lnTo>
                  <a:pt x="34" y="0"/>
                </a:lnTo>
                <a:lnTo>
                  <a:pt x="26" y="4"/>
                </a:lnTo>
                <a:lnTo>
                  <a:pt x="20" y="8"/>
                </a:lnTo>
                <a:lnTo>
                  <a:pt x="12" y="12"/>
                </a:lnTo>
                <a:lnTo>
                  <a:pt x="8" y="20"/>
                </a:lnTo>
                <a:lnTo>
                  <a:pt x="4" y="26"/>
                </a:lnTo>
                <a:lnTo>
                  <a:pt x="0" y="34"/>
                </a:lnTo>
                <a:lnTo>
                  <a:pt x="0" y="44"/>
                </a:lnTo>
                <a:lnTo>
                  <a:pt x="0" y="2076"/>
                </a:lnTo>
                <a:lnTo>
                  <a:pt x="0" y="2076"/>
                </a:lnTo>
                <a:lnTo>
                  <a:pt x="0" y="2086"/>
                </a:lnTo>
                <a:lnTo>
                  <a:pt x="4" y="2094"/>
                </a:lnTo>
                <a:lnTo>
                  <a:pt x="8" y="2100"/>
                </a:lnTo>
                <a:lnTo>
                  <a:pt x="12" y="2108"/>
                </a:lnTo>
                <a:lnTo>
                  <a:pt x="20" y="2112"/>
                </a:lnTo>
                <a:lnTo>
                  <a:pt x="26" y="2116"/>
                </a:lnTo>
                <a:lnTo>
                  <a:pt x="34" y="2120"/>
                </a:lnTo>
                <a:lnTo>
                  <a:pt x="44" y="2120"/>
                </a:lnTo>
                <a:lnTo>
                  <a:pt x="474" y="2120"/>
                </a:lnTo>
                <a:lnTo>
                  <a:pt x="650" y="2296"/>
                </a:lnTo>
                <a:lnTo>
                  <a:pt x="650" y="2296"/>
                </a:lnTo>
                <a:lnTo>
                  <a:pt x="656" y="2300"/>
                </a:lnTo>
                <a:lnTo>
                  <a:pt x="664" y="2304"/>
                </a:lnTo>
                <a:lnTo>
                  <a:pt x="672" y="2308"/>
                </a:lnTo>
                <a:lnTo>
                  <a:pt x="680" y="2308"/>
                </a:lnTo>
                <a:lnTo>
                  <a:pt x="688" y="2308"/>
                </a:lnTo>
                <a:lnTo>
                  <a:pt x="696" y="2304"/>
                </a:lnTo>
                <a:lnTo>
                  <a:pt x="704" y="2300"/>
                </a:lnTo>
                <a:lnTo>
                  <a:pt x="710" y="2296"/>
                </a:lnTo>
                <a:lnTo>
                  <a:pt x="886" y="2120"/>
                </a:lnTo>
                <a:lnTo>
                  <a:pt x="3340" y="2120"/>
                </a:lnTo>
                <a:lnTo>
                  <a:pt x="3340" y="2120"/>
                </a:lnTo>
                <a:lnTo>
                  <a:pt x="3350" y="2120"/>
                </a:lnTo>
                <a:lnTo>
                  <a:pt x="3358" y="2116"/>
                </a:lnTo>
                <a:lnTo>
                  <a:pt x="3364" y="2112"/>
                </a:lnTo>
                <a:lnTo>
                  <a:pt x="3372" y="2108"/>
                </a:lnTo>
                <a:lnTo>
                  <a:pt x="3376" y="2100"/>
                </a:lnTo>
                <a:lnTo>
                  <a:pt x="3380" y="2094"/>
                </a:lnTo>
                <a:lnTo>
                  <a:pt x="3384" y="2086"/>
                </a:lnTo>
                <a:lnTo>
                  <a:pt x="3384" y="2076"/>
                </a:lnTo>
                <a:lnTo>
                  <a:pt x="3384" y="44"/>
                </a:lnTo>
                <a:lnTo>
                  <a:pt x="3384" y="44"/>
                </a:lnTo>
                <a:lnTo>
                  <a:pt x="3384" y="34"/>
                </a:lnTo>
                <a:lnTo>
                  <a:pt x="3380" y="26"/>
                </a:lnTo>
                <a:lnTo>
                  <a:pt x="3376" y="20"/>
                </a:lnTo>
                <a:lnTo>
                  <a:pt x="3372" y="12"/>
                </a:lnTo>
                <a:lnTo>
                  <a:pt x="3364" y="8"/>
                </a:lnTo>
                <a:lnTo>
                  <a:pt x="3358" y="4"/>
                </a:lnTo>
                <a:lnTo>
                  <a:pt x="3350" y="0"/>
                </a:lnTo>
                <a:lnTo>
                  <a:pt x="3340" y="0"/>
                </a:lnTo>
                <a:lnTo>
                  <a:pt x="3340" y="0"/>
                </a:lnTo>
                <a:close/>
              </a:path>
            </a:pathLst>
          </a:custGeom>
          <a:blipFill rotWithShape="1">
            <a:blip r:embed="rId2">
              <a:alphaModFix/>
            </a:blip>
            <a:tile tx="0" ty="0" sx="100000" sy="100000" flip="none" algn="tl"/>
          </a:blipFill>
          <a:ln w="9525" cap="rnd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88" name="Google Shape;88;p27"/>
          <p:cNvSpPr txBox="1">
            <a:spLocks noGrp="1"/>
          </p:cNvSpPr>
          <p:nvPr>
            <p:ph type="title"/>
          </p:nvPr>
        </p:nvSpPr>
        <p:spPr>
          <a:xfrm>
            <a:off x="850985" y="1238502"/>
            <a:ext cx="5893840" cy="2645912"/>
          </a:xfrm>
          <a:prstGeom prst="rect">
            <a:avLst/>
          </a:prstGeom>
          <a:noFill/>
          <a:ln>
            <a:noFill/>
          </a:ln>
          <a:effectLst>
            <a:outerShdw blurRad="50800">
              <a:srgbClr val="000000">
                <a:alpha val="60000"/>
              </a:srgbClr>
            </a:outerShdw>
          </a:effectLst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EFEFE"/>
              </a:buClr>
              <a:buSzPts val="4200"/>
              <a:buFont typeface="Century Gothic"/>
              <a:buNone/>
              <a:defRPr sz="4200" b="1" cap="none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9" name="Google Shape;89;p27"/>
          <p:cNvSpPr txBox="1">
            <a:spLocks noGrp="1"/>
          </p:cNvSpPr>
          <p:nvPr>
            <p:ph type="body" idx="1"/>
          </p:nvPr>
        </p:nvSpPr>
        <p:spPr>
          <a:xfrm>
            <a:off x="853190" y="4443680"/>
            <a:ext cx="5891636" cy="713241"/>
          </a:xfrm>
          <a:prstGeom prst="rect">
            <a:avLst/>
          </a:prstGeom>
          <a:noFill/>
          <a:ln>
            <a:noFill/>
          </a:ln>
          <a:effectLst>
            <a:outerShdw blurRad="50800">
              <a:srgbClr val="000000">
                <a:alpha val="40000"/>
              </a:srgbClr>
            </a:outerShdw>
          </a:effectLst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228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None/>
              <a:defRPr sz="1800">
                <a:solidFill>
                  <a:schemeClr val="lt1"/>
                </a:solidFill>
              </a:defRPr>
            </a:lvl1pPr>
            <a:lvl2pPr marL="914400" lvl="1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  <a:defRPr sz="1800">
                <a:solidFill>
                  <a:schemeClr val="lt1"/>
                </a:solidFill>
              </a:defRPr>
            </a:lvl2pPr>
            <a:lvl3pPr marL="1371600" lvl="2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00"/>
              <a:buNone/>
              <a:defRPr sz="1600">
                <a:solidFill>
                  <a:schemeClr val="lt1"/>
                </a:solidFill>
              </a:defRPr>
            </a:lvl3pPr>
            <a:lvl4pPr marL="1828800" lvl="3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lt1"/>
                </a:solidFill>
              </a:defRPr>
            </a:lvl4pPr>
            <a:lvl5pPr marL="2286000" lvl="4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lt1"/>
                </a:solidFill>
              </a:defRPr>
            </a:lvl5pPr>
            <a:lvl6pPr marL="2743200" lvl="5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lt1"/>
                </a:solidFill>
              </a:defRPr>
            </a:lvl6pPr>
            <a:lvl7pPr marL="3200400" lvl="6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lt1"/>
                </a:solidFill>
              </a:defRPr>
            </a:lvl7pPr>
            <a:lvl8pPr marL="3657600" lvl="7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lt1"/>
                </a:solidFill>
              </a:defRPr>
            </a:lvl8pPr>
            <a:lvl9pPr marL="4114800" lvl="8" indent="-228600" algn="l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SzPts val="1400"/>
              <a:buNone/>
              <a:defRPr sz="1400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90" name="Google Shape;90;p27"/>
          <p:cNvSpPr txBox="1">
            <a:spLocks noGrp="1"/>
          </p:cNvSpPr>
          <p:nvPr>
            <p:ph type="body" idx="2"/>
          </p:nvPr>
        </p:nvSpPr>
        <p:spPr>
          <a:xfrm>
            <a:off x="7574642" y="1081456"/>
            <a:ext cx="3810001" cy="4075465"/>
          </a:xfrm>
          <a:prstGeom prst="rect">
            <a:avLst/>
          </a:prstGeom>
          <a:noFill/>
          <a:ln>
            <a:noFill/>
          </a:ln>
          <a:effectLst>
            <a:outerShdw blurRad="50800">
              <a:srgbClr val="000000">
                <a:alpha val="40000"/>
              </a:srgbClr>
            </a:outerShdw>
          </a:effectLst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Font typeface="Century Gothic"/>
              <a:buNone/>
              <a:defRPr/>
            </a:lvl1pPr>
            <a:lvl2pPr marL="914400" lvl="1" indent="-3429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Char char="?"/>
              <a:defRPr/>
            </a:lvl2pPr>
            <a:lvl3pPr marL="1371600" lvl="2" indent="-3429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Char char="?"/>
              <a:defRPr/>
            </a:lvl3pPr>
            <a:lvl4pPr marL="1828800" lvl="3" indent="-3429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Char char="?"/>
              <a:defRPr/>
            </a:lvl4pPr>
            <a:lvl5pPr marL="2286000" lvl="4" indent="-3429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Char char="?"/>
              <a:defRPr/>
            </a:lvl5pPr>
            <a:lvl6pPr marL="2743200" lvl="5" indent="-3429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Char char="?"/>
              <a:defRPr/>
            </a:lvl6pPr>
            <a:lvl7pPr marL="3200400" lvl="6" indent="-3429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Char char="?"/>
              <a:defRPr/>
            </a:lvl7pPr>
            <a:lvl8pPr marL="3657600" lvl="7" indent="-3429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Char char="?"/>
              <a:defRPr/>
            </a:lvl8pPr>
            <a:lvl9pPr marL="4114800" lvl="8" indent="-342900" algn="l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SzPts val="1800"/>
              <a:buChar char="?"/>
              <a:defRPr/>
            </a:lvl9pPr>
          </a:lstStyle>
          <a:p>
            <a:endParaRPr/>
          </a:p>
        </p:txBody>
      </p:sp>
      <p:sp>
        <p:nvSpPr>
          <p:cNvPr id="91" name="Google Shape;91;p27"/>
          <p:cNvSpPr txBox="1">
            <a:spLocks noGrp="1"/>
          </p:cNvSpPr>
          <p:nvPr>
            <p:ph type="dt" idx="10"/>
          </p:nvPr>
        </p:nvSpPr>
        <p:spPr>
          <a:xfrm>
            <a:off x="9334626" y="6041362"/>
            <a:ext cx="1343706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2" name="Google Shape;92;p27"/>
          <p:cNvSpPr txBox="1">
            <a:spLocks noGrp="1"/>
          </p:cNvSpPr>
          <p:nvPr>
            <p:ph type="ftr" idx="11"/>
          </p:nvPr>
        </p:nvSpPr>
        <p:spPr>
          <a:xfrm>
            <a:off x="451514" y="6041362"/>
            <a:ext cx="864432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3" name="Google Shape;93;p27"/>
          <p:cNvSpPr txBox="1">
            <a:spLocks noGrp="1"/>
          </p:cNvSpPr>
          <p:nvPr>
            <p:ph type="sldNum" idx="12"/>
          </p:nvPr>
        </p:nvSpPr>
        <p:spPr>
          <a:xfrm>
            <a:off x="10678331" y="5915888"/>
            <a:ext cx="1062155" cy="4905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10800" anchor="b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/>
              <a:t>‹N°›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rte de nom">
  <p:cSld name="Carte de nom">
    <p:spTree>
      <p:nvGrpSpPr>
        <p:cNvPr id="1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28"/>
          <p:cNvSpPr/>
          <p:nvPr/>
        </p:nvSpPr>
        <p:spPr>
          <a:xfrm>
            <a:off x="1140884" y="2286585"/>
            <a:ext cx="4895115" cy="2503972"/>
          </a:xfrm>
          <a:custGeom>
            <a:avLst/>
            <a:gdLst/>
            <a:ahLst/>
            <a:cxnLst/>
            <a:rect l="l" t="t" r="r" b="b"/>
            <a:pathLst>
              <a:path w="3384" h="2308" extrusionOk="0">
                <a:moveTo>
                  <a:pt x="3340" y="0"/>
                </a:moveTo>
                <a:lnTo>
                  <a:pt x="44" y="0"/>
                </a:lnTo>
                <a:lnTo>
                  <a:pt x="44" y="0"/>
                </a:lnTo>
                <a:lnTo>
                  <a:pt x="34" y="0"/>
                </a:lnTo>
                <a:lnTo>
                  <a:pt x="26" y="4"/>
                </a:lnTo>
                <a:lnTo>
                  <a:pt x="20" y="8"/>
                </a:lnTo>
                <a:lnTo>
                  <a:pt x="12" y="12"/>
                </a:lnTo>
                <a:lnTo>
                  <a:pt x="8" y="20"/>
                </a:lnTo>
                <a:lnTo>
                  <a:pt x="4" y="26"/>
                </a:lnTo>
                <a:lnTo>
                  <a:pt x="0" y="34"/>
                </a:lnTo>
                <a:lnTo>
                  <a:pt x="0" y="44"/>
                </a:lnTo>
                <a:lnTo>
                  <a:pt x="0" y="2076"/>
                </a:lnTo>
                <a:lnTo>
                  <a:pt x="0" y="2076"/>
                </a:lnTo>
                <a:lnTo>
                  <a:pt x="0" y="2086"/>
                </a:lnTo>
                <a:lnTo>
                  <a:pt x="4" y="2094"/>
                </a:lnTo>
                <a:lnTo>
                  <a:pt x="8" y="2100"/>
                </a:lnTo>
                <a:lnTo>
                  <a:pt x="12" y="2108"/>
                </a:lnTo>
                <a:lnTo>
                  <a:pt x="20" y="2112"/>
                </a:lnTo>
                <a:lnTo>
                  <a:pt x="26" y="2116"/>
                </a:lnTo>
                <a:lnTo>
                  <a:pt x="34" y="2120"/>
                </a:lnTo>
                <a:lnTo>
                  <a:pt x="44" y="2120"/>
                </a:lnTo>
                <a:lnTo>
                  <a:pt x="474" y="2120"/>
                </a:lnTo>
                <a:lnTo>
                  <a:pt x="650" y="2296"/>
                </a:lnTo>
                <a:lnTo>
                  <a:pt x="650" y="2296"/>
                </a:lnTo>
                <a:lnTo>
                  <a:pt x="656" y="2300"/>
                </a:lnTo>
                <a:lnTo>
                  <a:pt x="664" y="2304"/>
                </a:lnTo>
                <a:lnTo>
                  <a:pt x="672" y="2308"/>
                </a:lnTo>
                <a:lnTo>
                  <a:pt x="680" y="2308"/>
                </a:lnTo>
                <a:lnTo>
                  <a:pt x="688" y="2308"/>
                </a:lnTo>
                <a:lnTo>
                  <a:pt x="696" y="2304"/>
                </a:lnTo>
                <a:lnTo>
                  <a:pt x="704" y="2300"/>
                </a:lnTo>
                <a:lnTo>
                  <a:pt x="710" y="2296"/>
                </a:lnTo>
                <a:lnTo>
                  <a:pt x="886" y="2120"/>
                </a:lnTo>
                <a:lnTo>
                  <a:pt x="3340" y="2120"/>
                </a:lnTo>
                <a:lnTo>
                  <a:pt x="3340" y="2120"/>
                </a:lnTo>
                <a:lnTo>
                  <a:pt x="3350" y="2120"/>
                </a:lnTo>
                <a:lnTo>
                  <a:pt x="3358" y="2116"/>
                </a:lnTo>
                <a:lnTo>
                  <a:pt x="3364" y="2112"/>
                </a:lnTo>
                <a:lnTo>
                  <a:pt x="3372" y="2108"/>
                </a:lnTo>
                <a:lnTo>
                  <a:pt x="3376" y="2100"/>
                </a:lnTo>
                <a:lnTo>
                  <a:pt x="3380" y="2094"/>
                </a:lnTo>
                <a:lnTo>
                  <a:pt x="3384" y="2086"/>
                </a:lnTo>
                <a:lnTo>
                  <a:pt x="3384" y="2076"/>
                </a:lnTo>
                <a:lnTo>
                  <a:pt x="3384" y="44"/>
                </a:lnTo>
                <a:lnTo>
                  <a:pt x="3384" y="44"/>
                </a:lnTo>
                <a:lnTo>
                  <a:pt x="3384" y="34"/>
                </a:lnTo>
                <a:lnTo>
                  <a:pt x="3380" y="26"/>
                </a:lnTo>
                <a:lnTo>
                  <a:pt x="3376" y="20"/>
                </a:lnTo>
                <a:lnTo>
                  <a:pt x="3372" y="12"/>
                </a:lnTo>
                <a:lnTo>
                  <a:pt x="3364" y="8"/>
                </a:lnTo>
                <a:lnTo>
                  <a:pt x="3358" y="4"/>
                </a:lnTo>
                <a:lnTo>
                  <a:pt x="3350" y="0"/>
                </a:lnTo>
                <a:lnTo>
                  <a:pt x="3340" y="0"/>
                </a:lnTo>
                <a:lnTo>
                  <a:pt x="3340" y="0"/>
                </a:lnTo>
                <a:close/>
              </a:path>
            </a:pathLst>
          </a:custGeom>
          <a:blipFill rotWithShape="1">
            <a:blip r:embed="rId2">
              <a:alphaModFix/>
            </a:blip>
            <a:tile tx="0" ty="0" sx="100000" sy="100000" flip="none" algn="tl"/>
          </a:blipFill>
          <a:ln w="9525" cap="rnd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96" name="Google Shape;96;p28"/>
          <p:cNvSpPr txBox="1">
            <a:spLocks noGrp="1"/>
          </p:cNvSpPr>
          <p:nvPr>
            <p:ph type="title"/>
          </p:nvPr>
        </p:nvSpPr>
        <p:spPr>
          <a:xfrm>
            <a:off x="1357089" y="2435957"/>
            <a:ext cx="4382521" cy="2007789"/>
          </a:xfrm>
          <a:prstGeom prst="rect">
            <a:avLst/>
          </a:prstGeom>
          <a:noFill/>
          <a:ln>
            <a:noFill/>
          </a:ln>
          <a:effectLst>
            <a:outerShdw blurRad="50800">
              <a:srgbClr val="000000">
                <a:alpha val="60000"/>
              </a:srgbClr>
            </a:outerShdw>
          </a:effectLst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EFEFE"/>
              </a:buClr>
              <a:buSzPts val="3200"/>
              <a:buFont typeface="Century Gothic"/>
              <a:buNone/>
              <a:defRPr sz="3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7" name="Google Shape;97;p28"/>
          <p:cNvSpPr txBox="1">
            <a:spLocks noGrp="1"/>
          </p:cNvSpPr>
          <p:nvPr>
            <p:ph type="body" idx="1"/>
          </p:nvPr>
        </p:nvSpPr>
        <p:spPr>
          <a:xfrm>
            <a:off x="6156000" y="2286000"/>
            <a:ext cx="4880300" cy="2295525"/>
          </a:xfrm>
          <a:prstGeom prst="rect">
            <a:avLst/>
          </a:prstGeom>
          <a:noFill/>
          <a:ln>
            <a:noFill/>
          </a:ln>
          <a:effectLst>
            <a:outerShdw blurRad="50800">
              <a:srgbClr val="000000">
                <a:alpha val="40000"/>
              </a:srgbClr>
            </a:outerShdw>
          </a:effectLst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Font typeface="Century Gothic"/>
              <a:buNone/>
              <a:defRPr/>
            </a:lvl1pPr>
            <a:lvl2pPr marL="914400" lvl="1" indent="-3429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Char char="?"/>
              <a:defRPr/>
            </a:lvl2pPr>
            <a:lvl3pPr marL="1371600" lvl="2" indent="-3429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Char char="?"/>
              <a:defRPr/>
            </a:lvl3pPr>
            <a:lvl4pPr marL="1828800" lvl="3" indent="-3429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Char char="?"/>
              <a:defRPr/>
            </a:lvl4pPr>
            <a:lvl5pPr marL="2286000" lvl="4" indent="-3429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Char char="?"/>
              <a:defRPr/>
            </a:lvl5pPr>
            <a:lvl6pPr marL="2743200" lvl="5" indent="-3429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Char char="?"/>
              <a:defRPr/>
            </a:lvl6pPr>
            <a:lvl7pPr marL="3200400" lvl="6" indent="-3429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Char char="?"/>
              <a:defRPr/>
            </a:lvl7pPr>
            <a:lvl8pPr marL="3657600" lvl="7" indent="-3429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Char char="?"/>
              <a:defRPr/>
            </a:lvl8pPr>
            <a:lvl9pPr marL="4114800" lvl="8" indent="-342900" algn="l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SzPts val="1800"/>
              <a:buChar char="?"/>
              <a:defRPr/>
            </a:lvl9pPr>
          </a:lstStyle>
          <a:p>
            <a:endParaRPr/>
          </a:p>
        </p:txBody>
      </p:sp>
      <p:sp>
        <p:nvSpPr>
          <p:cNvPr id="98" name="Google Shape;98;p28"/>
          <p:cNvSpPr txBox="1">
            <a:spLocks noGrp="1"/>
          </p:cNvSpPr>
          <p:nvPr>
            <p:ph type="dt" idx="10"/>
          </p:nvPr>
        </p:nvSpPr>
        <p:spPr>
          <a:xfrm>
            <a:off x="9334626" y="6041362"/>
            <a:ext cx="1343706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9" name="Google Shape;99;p28"/>
          <p:cNvSpPr txBox="1">
            <a:spLocks noGrp="1"/>
          </p:cNvSpPr>
          <p:nvPr>
            <p:ph type="ftr" idx="11"/>
          </p:nvPr>
        </p:nvSpPr>
        <p:spPr>
          <a:xfrm>
            <a:off x="451514" y="6041362"/>
            <a:ext cx="864432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00" name="Google Shape;100;p28"/>
          <p:cNvSpPr txBox="1">
            <a:spLocks noGrp="1"/>
          </p:cNvSpPr>
          <p:nvPr>
            <p:ph type="sldNum" idx="12"/>
          </p:nvPr>
        </p:nvSpPr>
        <p:spPr>
          <a:xfrm>
            <a:off x="10678331" y="5915888"/>
            <a:ext cx="1062155" cy="4905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10800" anchor="b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/>
              <a:t>‹N°›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re et texte vertical" type="vertTx">
  <p:cSld name="VERTICAL_TEXT">
    <p:spTree>
      <p:nvGrpSpPr>
        <p:cNvPr id="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29"/>
          <p:cNvSpPr/>
          <p:nvPr/>
        </p:nvSpPr>
        <p:spPr>
          <a:xfrm>
            <a:off x="0" y="0"/>
            <a:ext cx="12192000" cy="2185988"/>
          </a:xfrm>
          <a:custGeom>
            <a:avLst/>
            <a:gdLst/>
            <a:ahLst/>
            <a:cxnLst/>
            <a:rect l="l" t="t" r="r" b="b"/>
            <a:pathLst>
              <a:path w="5760" h="1377" extrusionOk="0">
                <a:moveTo>
                  <a:pt x="5760" y="0"/>
                </a:moveTo>
                <a:lnTo>
                  <a:pt x="0" y="0"/>
                </a:lnTo>
                <a:lnTo>
                  <a:pt x="0" y="1189"/>
                </a:lnTo>
                <a:lnTo>
                  <a:pt x="943" y="1189"/>
                </a:lnTo>
                <a:lnTo>
                  <a:pt x="1123" y="1369"/>
                </a:lnTo>
                <a:lnTo>
                  <a:pt x="1123" y="1369"/>
                </a:lnTo>
                <a:lnTo>
                  <a:pt x="1127" y="1371"/>
                </a:lnTo>
                <a:lnTo>
                  <a:pt x="1133" y="1374"/>
                </a:lnTo>
                <a:lnTo>
                  <a:pt x="1139" y="1377"/>
                </a:lnTo>
                <a:lnTo>
                  <a:pt x="1144" y="1377"/>
                </a:lnTo>
                <a:lnTo>
                  <a:pt x="1150" y="1377"/>
                </a:lnTo>
                <a:lnTo>
                  <a:pt x="1155" y="1374"/>
                </a:lnTo>
                <a:lnTo>
                  <a:pt x="1161" y="1371"/>
                </a:lnTo>
                <a:lnTo>
                  <a:pt x="1165" y="1369"/>
                </a:lnTo>
                <a:lnTo>
                  <a:pt x="1345" y="1189"/>
                </a:lnTo>
                <a:lnTo>
                  <a:pt x="5760" y="1189"/>
                </a:lnTo>
                <a:lnTo>
                  <a:pt x="5760" y="0"/>
                </a:lnTo>
                <a:close/>
              </a:path>
            </a:pathLst>
          </a:custGeom>
          <a:blipFill rotWithShape="1">
            <a:blip r:embed="rId2">
              <a:alphaModFix/>
            </a:blip>
            <a:tile tx="0" ty="0" sx="100000" sy="100000" flip="none" algn="tl"/>
          </a:blipFill>
          <a:ln w="9525" cap="rnd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03" name="Google Shape;103;p29"/>
          <p:cNvSpPr txBox="1">
            <a:spLocks noGrp="1"/>
          </p:cNvSpPr>
          <p:nvPr>
            <p:ph type="title"/>
          </p:nvPr>
        </p:nvSpPr>
        <p:spPr>
          <a:xfrm>
            <a:off x="810000" y="447188"/>
            <a:ext cx="10571998" cy="970450"/>
          </a:xfrm>
          <a:prstGeom prst="rect">
            <a:avLst/>
          </a:prstGeom>
          <a:noFill/>
          <a:ln>
            <a:noFill/>
          </a:ln>
          <a:effectLst>
            <a:outerShdw blurRad="50800">
              <a:srgbClr val="000000">
                <a:alpha val="60000"/>
              </a:srgbClr>
            </a:outerShdw>
          </a:effectLst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EFEFE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04" name="Google Shape;104;p29"/>
          <p:cNvSpPr txBox="1">
            <a:spLocks noGrp="1"/>
          </p:cNvSpPr>
          <p:nvPr>
            <p:ph type="body" idx="1"/>
          </p:nvPr>
        </p:nvSpPr>
        <p:spPr>
          <a:xfrm rot="5400000">
            <a:off x="4254444" y="-1260043"/>
            <a:ext cx="3674397" cy="10563285"/>
          </a:xfrm>
          <a:prstGeom prst="rect">
            <a:avLst/>
          </a:prstGeom>
          <a:noFill/>
          <a:ln>
            <a:noFill/>
          </a:ln>
          <a:effectLst>
            <a:outerShdw blurRad="50800">
              <a:srgbClr val="000000">
                <a:alpha val="40000"/>
              </a:srgbClr>
            </a:outerShdw>
          </a:effectLst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?"/>
              <a:defRPr/>
            </a:lvl1pPr>
            <a:lvl2pPr marL="914400" lvl="1" indent="-3429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Char char="?"/>
              <a:defRPr/>
            </a:lvl2pPr>
            <a:lvl3pPr marL="1371600" lvl="2" indent="-3429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Char char="?"/>
              <a:defRPr/>
            </a:lvl3pPr>
            <a:lvl4pPr marL="1828800" lvl="3" indent="-3429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Char char="?"/>
              <a:defRPr/>
            </a:lvl4pPr>
            <a:lvl5pPr marL="2286000" lvl="4" indent="-3429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Char char="?"/>
              <a:defRPr/>
            </a:lvl5pPr>
            <a:lvl6pPr marL="2743200" lvl="5" indent="-3429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Char char="?"/>
              <a:defRPr/>
            </a:lvl6pPr>
            <a:lvl7pPr marL="3200400" lvl="6" indent="-3429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Char char="?"/>
              <a:defRPr/>
            </a:lvl7pPr>
            <a:lvl8pPr marL="3657600" lvl="7" indent="-3429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Char char="?"/>
              <a:defRPr/>
            </a:lvl8pPr>
            <a:lvl9pPr marL="4114800" lvl="8" indent="-342900" algn="l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SzPts val="1800"/>
              <a:buChar char="?"/>
              <a:defRPr/>
            </a:lvl9pPr>
          </a:lstStyle>
          <a:p>
            <a:endParaRPr/>
          </a:p>
        </p:txBody>
      </p:sp>
      <p:sp>
        <p:nvSpPr>
          <p:cNvPr id="105" name="Google Shape;105;p29"/>
          <p:cNvSpPr txBox="1">
            <a:spLocks noGrp="1"/>
          </p:cNvSpPr>
          <p:nvPr>
            <p:ph type="dt" idx="10"/>
          </p:nvPr>
        </p:nvSpPr>
        <p:spPr>
          <a:xfrm>
            <a:off x="9334626" y="6041362"/>
            <a:ext cx="1343706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06" name="Google Shape;106;p29"/>
          <p:cNvSpPr txBox="1">
            <a:spLocks noGrp="1"/>
          </p:cNvSpPr>
          <p:nvPr>
            <p:ph type="ftr" idx="11"/>
          </p:nvPr>
        </p:nvSpPr>
        <p:spPr>
          <a:xfrm>
            <a:off x="451514" y="6041362"/>
            <a:ext cx="864432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07" name="Google Shape;107;p29"/>
          <p:cNvSpPr txBox="1">
            <a:spLocks noGrp="1"/>
          </p:cNvSpPr>
          <p:nvPr>
            <p:ph type="sldNum" idx="12"/>
          </p:nvPr>
        </p:nvSpPr>
        <p:spPr>
          <a:xfrm>
            <a:off x="10678331" y="5915888"/>
            <a:ext cx="1062155" cy="4905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10800" anchor="b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/>
              <a:t>‹N°›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re vertical et texte" type="vertTitleAndTx">
  <p:cSld name="VERTICAL_TITLE_AND_VERTICAL_TEXT">
    <p:spTree>
      <p:nvGrpSpPr>
        <p:cNvPr id="1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30"/>
          <p:cNvSpPr/>
          <p:nvPr/>
        </p:nvSpPr>
        <p:spPr>
          <a:xfrm>
            <a:off x="7669651" y="446089"/>
            <a:ext cx="4522349" cy="5414962"/>
          </a:xfrm>
          <a:custGeom>
            <a:avLst/>
            <a:gdLst/>
            <a:ahLst/>
            <a:cxnLst/>
            <a:rect l="l" t="t" r="r" b="b"/>
            <a:pathLst>
              <a:path w="2879" h="4320" extrusionOk="0">
                <a:moveTo>
                  <a:pt x="183" y="0"/>
                </a:moveTo>
                <a:lnTo>
                  <a:pt x="183" y="1197"/>
                </a:lnTo>
                <a:lnTo>
                  <a:pt x="8" y="1372"/>
                </a:lnTo>
                <a:lnTo>
                  <a:pt x="8" y="1372"/>
                </a:lnTo>
                <a:lnTo>
                  <a:pt x="6" y="1376"/>
                </a:lnTo>
                <a:lnTo>
                  <a:pt x="3" y="1382"/>
                </a:lnTo>
                <a:lnTo>
                  <a:pt x="0" y="1387"/>
                </a:lnTo>
                <a:lnTo>
                  <a:pt x="0" y="1393"/>
                </a:lnTo>
                <a:lnTo>
                  <a:pt x="0" y="1399"/>
                </a:lnTo>
                <a:lnTo>
                  <a:pt x="3" y="1404"/>
                </a:lnTo>
                <a:lnTo>
                  <a:pt x="6" y="1410"/>
                </a:lnTo>
                <a:lnTo>
                  <a:pt x="8" y="1414"/>
                </a:lnTo>
                <a:lnTo>
                  <a:pt x="183" y="1589"/>
                </a:lnTo>
                <a:lnTo>
                  <a:pt x="183" y="4320"/>
                </a:lnTo>
                <a:lnTo>
                  <a:pt x="2879" y="4320"/>
                </a:lnTo>
                <a:lnTo>
                  <a:pt x="2879" y="0"/>
                </a:lnTo>
                <a:lnTo>
                  <a:pt x="183" y="0"/>
                </a:lnTo>
                <a:close/>
              </a:path>
            </a:pathLst>
          </a:custGeom>
          <a:blipFill rotWithShape="1">
            <a:blip r:embed="rId2">
              <a:alphaModFix/>
            </a:blip>
            <a:tile tx="0" ty="0" sx="100000" sy="100000" flip="none" algn="tl"/>
          </a:blipFill>
          <a:ln w="9525" cap="rnd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10" name="Google Shape;110;p30"/>
          <p:cNvSpPr txBox="1">
            <a:spLocks noGrp="1"/>
          </p:cNvSpPr>
          <p:nvPr>
            <p:ph type="title"/>
          </p:nvPr>
        </p:nvSpPr>
        <p:spPr>
          <a:xfrm rot="5400000">
            <a:off x="6863536" y="1906175"/>
            <a:ext cx="5134798" cy="2494791"/>
          </a:xfrm>
          <a:prstGeom prst="rect">
            <a:avLst/>
          </a:prstGeom>
          <a:noFill/>
          <a:ln>
            <a:noFill/>
          </a:ln>
          <a:effectLst>
            <a:outerShdw blurRad="50800">
              <a:srgbClr val="000000">
                <a:alpha val="60000"/>
              </a:srgbClr>
            </a:outerShdw>
          </a:effectLst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EFEFE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11" name="Google Shape;111;p30"/>
          <p:cNvSpPr txBox="1">
            <a:spLocks noGrp="1"/>
          </p:cNvSpPr>
          <p:nvPr>
            <p:ph type="body" idx="1"/>
          </p:nvPr>
        </p:nvSpPr>
        <p:spPr>
          <a:xfrm rot="5400000">
            <a:off x="1408290" y="-152200"/>
            <a:ext cx="5414962" cy="6611540"/>
          </a:xfrm>
          <a:prstGeom prst="rect">
            <a:avLst/>
          </a:prstGeom>
          <a:noFill/>
          <a:ln>
            <a:noFill/>
          </a:ln>
          <a:effectLst>
            <a:outerShdw blurRad="50800">
              <a:srgbClr val="000000">
                <a:alpha val="40000"/>
              </a:srgbClr>
            </a:outerShdw>
          </a:effectLst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?"/>
              <a:defRPr/>
            </a:lvl1pPr>
            <a:lvl2pPr marL="914400" lvl="1" indent="-3429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Char char="?"/>
              <a:defRPr/>
            </a:lvl2pPr>
            <a:lvl3pPr marL="1371600" lvl="2" indent="-3429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Char char="?"/>
              <a:defRPr/>
            </a:lvl3pPr>
            <a:lvl4pPr marL="1828800" lvl="3" indent="-3429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Char char="?"/>
              <a:defRPr/>
            </a:lvl4pPr>
            <a:lvl5pPr marL="2286000" lvl="4" indent="-3429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Char char="?"/>
              <a:defRPr/>
            </a:lvl5pPr>
            <a:lvl6pPr marL="2743200" lvl="5" indent="-3429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Char char="?"/>
              <a:defRPr/>
            </a:lvl6pPr>
            <a:lvl7pPr marL="3200400" lvl="6" indent="-3429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Char char="?"/>
              <a:defRPr/>
            </a:lvl7pPr>
            <a:lvl8pPr marL="3657600" lvl="7" indent="-3429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Char char="?"/>
              <a:defRPr/>
            </a:lvl8pPr>
            <a:lvl9pPr marL="4114800" lvl="8" indent="-342900" algn="l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SzPts val="1800"/>
              <a:buChar char="?"/>
              <a:defRPr/>
            </a:lvl9pPr>
          </a:lstStyle>
          <a:p>
            <a:endParaRPr/>
          </a:p>
        </p:txBody>
      </p:sp>
      <p:sp>
        <p:nvSpPr>
          <p:cNvPr id="112" name="Google Shape;112;p30"/>
          <p:cNvSpPr txBox="1">
            <a:spLocks noGrp="1"/>
          </p:cNvSpPr>
          <p:nvPr>
            <p:ph type="dt" idx="10"/>
          </p:nvPr>
        </p:nvSpPr>
        <p:spPr>
          <a:xfrm>
            <a:off x="9334626" y="6041362"/>
            <a:ext cx="1343706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13" name="Google Shape;113;p30"/>
          <p:cNvSpPr txBox="1">
            <a:spLocks noGrp="1"/>
          </p:cNvSpPr>
          <p:nvPr>
            <p:ph type="ftr" idx="11"/>
          </p:nvPr>
        </p:nvSpPr>
        <p:spPr>
          <a:xfrm>
            <a:off x="451514" y="6041362"/>
            <a:ext cx="864432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14" name="Google Shape;114;p30"/>
          <p:cNvSpPr txBox="1">
            <a:spLocks noGrp="1"/>
          </p:cNvSpPr>
          <p:nvPr>
            <p:ph type="sldNum" idx="12"/>
          </p:nvPr>
        </p:nvSpPr>
        <p:spPr>
          <a:xfrm>
            <a:off x="10678331" y="5915888"/>
            <a:ext cx="1062155" cy="4905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10800" anchor="b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/>
              <a:t>‹N°›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dk2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6"/>
          <p:cNvSpPr txBox="1">
            <a:spLocks noGrp="1"/>
          </p:cNvSpPr>
          <p:nvPr>
            <p:ph type="title"/>
          </p:nvPr>
        </p:nvSpPr>
        <p:spPr>
          <a:xfrm>
            <a:off x="810000" y="447188"/>
            <a:ext cx="10571998" cy="970450"/>
          </a:xfrm>
          <a:prstGeom prst="rect">
            <a:avLst/>
          </a:prstGeom>
          <a:noFill/>
          <a:ln>
            <a:noFill/>
          </a:ln>
          <a:effectLst>
            <a:outerShdw blurRad="50800">
              <a:srgbClr val="000000">
                <a:alpha val="60000"/>
              </a:srgbClr>
            </a:outerShdw>
          </a:effectLst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EFEFE"/>
              </a:buClr>
              <a:buSzPts val="4000"/>
              <a:buFont typeface="Century Gothic"/>
              <a:buNone/>
              <a:defRPr sz="4000" b="1" i="0" u="none" strike="noStrike" cap="none">
                <a:solidFill>
                  <a:srgbClr val="FEFEFE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1" name="Google Shape;11;p16"/>
          <p:cNvSpPr txBox="1">
            <a:spLocks noGrp="1"/>
          </p:cNvSpPr>
          <p:nvPr>
            <p:ph type="body" idx="1"/>
          </p:nvPr>
        </p:nvSpPr>
        <p:spPr>
          <a:xfrm>
            <a:off x="810000" y="2184401"/>
            <a:ext cx="10563285" cy="3674397"/>
          </a:xfrm>
          <a:prstGeom prst="rect">
            <a:avLst/>
          </a:prstGeom>
          <a:noFill/>
          <a:ln>
            <a:noFill/>
          </a:ln>
          <a:effectLst>
            <a:outerShdw blurRad="50800">
              <a:srgbClr val="000000">
                <a:alpha val="40000"/>
              </a:srgbClr>
            </a:outerShdw>
          </a:effectLst>
        </p:spPr>
        <p:txBody>
          <a:bodyPr spcFirstLastPara="1" wrap="square" lIns="91425" tIns="45700" rIns="91425" bIns="45700" anchor="ctr" anchorCtr="0">
            <a:normAutofit/>
          </a:bodyPr>
          <a:lstStyle>
            <a:lvl1pPr marL="457200" marR="0" lvl="0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Noto Sans Symbols"/>
              <a:buChar char="🞆"/>
              <a:defRPr sz="1800" b="0" i="0" u="none" strike="noStrike" cap="non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marL="914400" marR="0" lvl="1" indent="-33020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Noto Sans Symbols"/>
              <a:buChar char="🞆"/>
              <a:defRPr sz="1600" b="0" i="0" u="none" strike="noStrike" cap="non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2pPr>
            <a:lvl3pPr marL="1371600" marR="0" lvl="2" indent="-31750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Noto Sans Symbols"/>
              <a:buChar char="🞆"/>
              <a:defRPr sz="1400" b="0" i="0" u="none" strike="noStrike" cap="non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3pPr>
            <a:lvl4pPr marL="1828800" marR="0" lvl="3" indent="-30480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Noto Sans Symbols"/>
              <a:buChar char="🞆"/>
              <a:defRPr sz="1200" b="0" i="0" u="none" strike="noStrike" cap="non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4pPr>
            <a:lvl5pPr marL="2286000" marR="0" lvl="4" indent="-30480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Noto Sans Symbols"/>
              <a:buChar char="🞆"/>
              <a:defRPr sz="1200" b="0" i="0" u="none" strike="noStrike" cap="non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5pPr>
            <a:lvl6pPr marL="2743200" marR="0" lvl="5" indent="-30480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Noto Sans Symbols"/>
              <a:buChar char="🞆"/>
              <a:defRPr sz="1200" b="0" i="0" u="none" strike="noStrike" cap="non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6pPr>
            <a:lvl7pPr marL="3200400" marR="0" lvl="6" indent="-30480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Noto Sans Symbols"/>
              <a:buChar char="🞆"/>
              <a:defRPr sz="1200" b="0" i="0" u="none" strike="noStrike" cap="non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7pPr>
            <a:lvl8pPr marL="3657600" marR="0" lvl="7" indent="-30480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Noto Sans Symbols"/>
              <a:buChar char="🞆"/>
              <a:defRPr sz="1200" b="0" i="0" u="none" strike="noStrike" cap="non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8pPr>
            <a:lvl9pPr marL="4114800" marR="0" lvl="8" indent="-304800" algn="l" rtl="0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>
                <a:schemeClr val="accent1"/>
              </a:buClr>
              <a:buSzPts val="1200"/>
              <a:buFont typeface="Noto Sans Symbols"/>
              <a:buChar char="🞆"/>
              <a:defRPr sz="1200" b="0" i="0" u="none" strike="noStrike" cap="non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9pPr>
          </a:lstStyle>
          <a:p>
            <a:endParaRPr/>
          </a:p>
        </p:txBody>
      </p:sp>
      <p:sp>
        <p:nvSpPr>
          <p:cNvPr id="12" name="Google Shape;12;p16"/>
          <p:cNvSpPr txBox="1">
            <a:spLocks noGrp="1"/>
          </p:cNvSpPr>
          <p:nvPr>
            <p:ph type="ftr" idx="11"/>
          </p:nvPr>
        </p:nvSpPr>
        <p:spPr>
          <a:xfrm>
            <a:off x="451514" y="6041362"/>
            <a:ext cx="864432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00" b="0" i="0" u="none" strike="noStrike" cap="non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9pPr>
          </a:lstStyle>
          <a:p>
            <a:endParaRPr/>
          </a:p>
        </p:txBody>
      </p:sp>
      <p:sp>
        <p:nvSpPr>
          <p:cNvPr id="13" name="Google Shape;13;p16"/>
          <p:cNvSpPr txBox="1">
            <a:spLocks noGrp="1"/>
          </p:cNvSpPr>
          <p:nvPr>
            <p:ph type="dt" idx="10"/>
          </p:nvPr>
        </p:nvSpPr>
        <p:spPr>
          <a:xfrm>
            <a:off x="9334626" y="6041362"/>
            <a:ext cx="1343706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00" b="0" i="0" u="none" strike="noStrike" cap="non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9pPr>
          </a:lstStyle>
          <a:p>
            <a:endParaRPr/>
          </a:p>
        </p:txBody>
      </p:sp>
      <p:sp>
        <p:nvSpPr>
          <p:cNvPr id="14" name="Google Shape;14;p16"/>
          <p:cNvSpPr txBox="1">
            <a:spLocks noGrp="1"/>
          </p:cNvSpPr>
          <p:nvPr>
            <p:ph type="sldNum" idx="12"/>
          </p:nvPr>
        </p:nvSpPr>
        <p:spPr>
          <a:xfrm>
            <a:off x="10678331" y="5915888"/>
            <a:ext cx="1062155" cy="4905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10800" anchor="b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/>
              <a:t>‹N°›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jp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jp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dk2"/>
        </a:solidFill>
        <a:effectLst/>
      </p:bgPr>
    </p:bg>
    <p:spTree>
      <p:nvGrpSpPr>
        <p:cNvPr id="1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121" name="Google Shape;121;p1"/>
          <p:cNvSpPr/>
          <p:nvPr/>
        </p:nvSpPr>
        <p:spPr>
          <a:xfrm rot="-5400000">
            <a:off x="-862070" y="862070"/>
            <a:ext cx="6858000" cy="5133860"/>
          </a:xfrm>
          <a:custGeom>
            <a:avLst/>
            <a:gdLst/>
            <a:ahLst/>
            <a:cxnLst/>
            <a:rect l="l" t="t" r="r" b="b"/>
            <a:pathLst>
              <a:path w="6858000" h="5556552" extrusionOk="0">
                <a:moveTo>
                  <a:pt x="6858000" y="3445704"/>
                </a:moveTo>
                <a:lnTo>
                  <a:pt x="3829242" y="5433322"/>
                </a:lnTo>
                <a:lnTo>
                  <a:pt x="3827369" y="5434867"/>
                </a:lnTo>
                <a:lnTo>
                  <a:pt x="3824583" y="5436378"/>
                </a:lnTo>
                <a:lnTo>
                  <a:pt x="3798693" y="5453370"/>
                </a:lnTo>
                <a:lnTo>
                  <a:pt x="3785011" y="5457858"/>
                </a:lnTo>
                <a:lnTo>
                  <a:pt x="3706339" y="5500559"/>
                </a:lnTo>
                <a:cubicBezTo>
                  <a:pt x="3621096" y="5536614"/>
                  <a:pt x="3527375" y="5556552"/>
                  <a:pt x="3428998" y="5556552"/>
                </a:cubicBezTo>
                <a:cubicBezTo>
                  <a:pt x="3330621" y="5556552"/>
                  <a:pt x="3236901" y="5536614"/>
                  <a:pt x="3151658" y="5500559"/>
                </a:cubicBezTo>
                <a:lnTo>
                  <a:pt x="3072996" y="5457863"/>
                </a:lnTo>
                <a:lnTo>
                  <a:pt x="3059298" y="5453370"/>
                </a:lnTo>
                <a:lnTo>
                  <a:pt x="3033383" y="5436362"/>
                </a:lnTo>
                <a:lnTo>
                  <a:pt x="3030627" y="5434867"/>
                </a:lnTo>
                <a:lnTo>
                  <a:pt x="3028775" y="5433338"/>
                </a:lnTo>
                <a:lnTo>
                  <a:pt x="0" y="3445704"/>
                </a:lnTo>
                <a:close/>
                <a:moveTo>
                  <a:pt x="6858000" y="0"/>
                </a:moveTo>
                <a:lnTo>
                  <a:pt x="6858000" y="349336"/>
                </a:lnTo>
                <a:lnTo>
                  <a:pt x="6858000" y="3445703"/>
                </a:lnTo>
                <a:lnTo>
                  <a:pt x="0" y="3445703"/>
                </a:lnTo>
                <a:lnTo>
                  <a:pt x="0" y="0"/>
                </a:ln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2" name="Google Shape;122;p1"/>
          <p:cNvSpPr txBox="1">
            <a:spLocks noGrp="1"/>
          </p:cNvSpPr>
          <p:nvPr>
            <p:ph type="subTitle" idx="1"/>
          </p:nvPr>
        </p:nvSpPr>
        <p:spPr>
          <a:xfrm>
            <a:off x="569923" y="3647665"/>
            <a:ext cx="3994015" cy="1353993"/>
          </a:xfrm>
          <a:prstGeom prst="rect">
            <a:avLst/>
          </a:prstGeom>
          <a:noFill/>
          <a:ln>
            <a:noFill/>
          </a:ln>
          <a:effectLst>
            <a:outerShdw blurRad="50800">
              <a:srgbClr val="000000">
                <a:alpha val="40000"/>
              </a:srgbClr>
            </a:outerShdw>
          </a:effectLst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fr-FR" sz="2800" dirty="0"/>
              <a:t>Rongrong CAI</a:t>
            </a:r>
            <a:endParaRPr sz="2800" dirty="0"/>
          </a:p>
          <a:p>
            <a:pPr marL="0" lvl="0" indent="0" algn="ctr" rtl="0">
              <a:lnSpc>
                <a:spcPct val="100000"/>
              </a:lnSpc>
              <a:spcBef>
                <a:spcPts val="1160"/>
              </a:spcBef>
              <a:spcAft>
                <a:spcPts val="0"/>
              </a:spcAft>
              <a:buSzPts val="2800"/>
              <a:buNone/>
            </a:pPr>
            <a:r>
              <a:rPr lang="fr-FR" sz="2800" dirty="0"/>
              <a:t>FAO</a:t>
            </a:r>
            <a:endParaRPr dirty="0"/>
          </a:p>
        </p:txBody>
      </p:sp>
      <p:sp>
        <p:nvSpPr>
          <p:cNvPr id="123" name="Google Shape;123;p1"/>
          <p:cNvSpPr txBox="1">
            <a:spLocks noGrp="1"/>
          </p:cNvSpPr>
          <p:nvPr>
            <p:ph type="ctrTitle"/>
          </p:nvPr>
        </p:nvSpPr>
        <p:spPr>
          <a:xfrm>
            <a:off x="5376231" y="122751"/>
            <a:ext cx="6815769" cy="3306249"/>
          </a:xfrm>
          <a:prstGeom prst="rect">
            <a:avLst/>
          </a:prstGeom>
          <a:noFill/>
          <a:ln>
            <a:noFill/>
          </a:ln>
          <a:effectLst>
            <a:outerShdw blurRad="50800">
              <a:srgbClr val="000000">
                <a:alpha val="60000"/>
              </a:srgbClr>
            </a:outerShdw>
          </a:effectLst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EFEFE"/>
              </a:buClr>
              <a:buSzPts val="4400"/>
              <a:buFont typeface="Century Gothic"/>
              <a:buNone/>
            </a:pPr>
            <a:r>
              <a:rPr lang="fr-FR" sz="4400" dirty="0"/>
              <a:t>Étude sur l’alimentation </a:t>
            </a:r>
            <a:br>
              <a:rPr lang="fr-FR" sz="4400" dirty="0"/>
            </a:br>
            <a:r>
              <a:rPr lang="fr-FR" sz="4400" dirty="0"/>
              <a:t>dans le monde</a:t>
            </a:r>
            <a:endParaRPr dirty="0"/>
          </a:p>
        </p:txBody>
      </p:sp>
      <p:pic>
        <p:nvPicPr>
          <p:cNvPr id="124" name="Google Shape;124;p1"/>
          <p:cNvPicPr preferRelativeResize="0"/>
          <p:nvPr/>
        </p:nvPicPr>
        <p:blipFill>
          <a:blip r:embed="rId3"/>
          <a:srcRect/>
          <a:stretch/>
        </p:blipFill>
        <p:spPr>
          <a:xfrm>
            <a:off x="5376231" y="3268719"/>
            <a:ext cx="6815769" cy="3589282"/>
          </a:xfrm>
          <a:prstGeom prst="rect">
            <a:avLst/>
          </a:prstGeom>
          <a:noFill/>
          <a:ln>
            <a:noFill/>
          </a:ln>
        </p:spPr>
      </p:pic>
      <p:pic>
        <p:nvPicPr>
          <p:cNvPr id="1026" name="Picture 2">
            <a:extLst>
              <a:ext uri="{FF2B5EF4-FFF2-40B4-BE49-F238E27FC236}">
                <a16:creationId xmlns:a16="http://schemas.microsoft.com/office/drawing/2014/main" id="{14A727CA-ECF1-DA10-784F-AC12B5C181B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78068" y="1252516"/>
            <a:ext cx="1977725" cy="201620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p2"/>
          <p:cNvSpPr txBox="1">
            <a:spLocks noGrp="1"/>
          </p:cNvSpPr>
          <p:nvPr>
            <p:ph type="title"/>
          </p:nvPr>
        </p:nvSpPr>
        <p:spPr>
          <a:xfrm>
            <a:off x="810000" y="447188"/>
            <a:ext cx="10571998" cy="970450"/>
          </a:xfrm>
          <a:prstGeom prst="rect">
            <a:avLst/>
          </a:prstGeom>
          <a:noFill/>
          <a:ln>
            <a:noFill/>
          </a:ln>
          <a:effectLst>
            <a:outerShdw blurRad="50800">
              <a:srgbClr val="000000">
                <a:alpha val="60000"/>
              </a:srgbClr>
            </a:outerShdw>
          </a:effectLst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EFEFE"/>
              </a:buClr>
              <a:buSzPts val="4000"/>
              <a:buFont typeface="Century Gothic"/>
              <a:buNone/>
            </a:pPr>
            <a:r>
              <a:rPr lang="fr-FR" sz="3200" dirty="0"/>
              <a:t>Contexte et spécification des données</a:t>
            </a:r>
            <a:endParaRPr sz="3200" dirty="0"/>
          </a:p>
        </p:txBody>
      </p:sp>
      <p:sp>
        <p:nvSpPr>
          <p:cNvPr id="131" name="Google Shape;131;p2"/>
          <p:cNvSpPr txBox="1">
            <a:spLocks noGrp="1"/>
          </p:cNvSpPr>
          <p:nvPr>
            <p:ph type="body" idx="1"/>
          </p:nvPr>
        </p:nvSpPr>
        <p:spPr>
          <a:xfrm>
            <a:off x="801288" y="2222287"/>
            <a:ext cx="10571998" cy="3636511"/>
          </a:xfrm>
          <a:prstGeom prst="rect">
            <a:avLst/>
          </a:prstGeom>
          <a:noFill/>
          <a:ln>
            <a:noFill/>
          </a:ln>
          <a:effectLst>
            <a:outerShdw blurRad="50800">
              <a:srgbClr val="000000">
                <a:alpha val="40000"/>
              </a:srgbClr>
            </a:outerShdw>
          </a:effectLst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342900" indent="-228600">
              <a:spcBef>
                <a:spcPts val="0"/>
              </a:spcBef>
              <a:buNone/>
            </a:pPr>
            <a:r>
              <a:rPr lang="fr-FR" sz="2400" b="1" dirty="0"/>
              <a:t>Objectif : Une étude globale de l’alimentation et de la sous-nutrition au niveau mondial durant la période 2013-2017</a:t>
            </a:r>
          </a:p>
          <a:p>
            <a:pPr marL="34290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endParaRPr lang="fr-FR" dirty="0"/>
          </a:p>
          <a:p>
            <a:pPr marL="34290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endParaRPr lang="fr-FR" dirty="0"/>
          </a:p>
          <a:p>
            <a:pPr marL="34290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fr-FR" sz="2000" dirty="0"/>
              <a:t>Données disponibles :</a:t>
            </a:r>
          </a:p>
          <a:p>
            <a:pPr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Tx/>
              <a:buChar char="-"/>
            </a:pPr>
            <a:r>
              <a:rPr lang="fr-FR" sz="2000" dirty="0"/>
              <a:t>Disponibilité alimentaire en 2017 : 15 605 observations x 18 variables</a:t>
            </a:r>
          </a:p>
          <a:p>
            <a:pPr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Tx/>
              <a:buChar char="-"/>
            </a:pPr>
            <a:r>
              <a:rPr lang="fr-FR" sz="2000" dirty="0"/>
              <a:t>Insécurité alimentaire entre 2013-2018 : 1 218 observations x 3 variables</a:t>
            </a:r>
          </a:p>
          <a:p>
            <a:pPr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Tx/>
              <a:buChar char="-"/>
            </a:pPr>
            <a:r>
              <a:rPr lang="fr-FR" sz="2000" dirty="0"/>
              <a:t>Population entre 2013-2018 : 1 416 observations x 3 variables</a:t>
            </a:r>
          </a:p>
          <a:p>
            <a:pPr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Tx/>
              <a:buChar char="-"/>
            </a:pPr>
            <a:r>
              <a:rPr lang="fr-FR" sz="2000" dirty="0"/>
              <a:t>Aide alimentaire entre 2013-2017 : 1 475 observations x 4 variables</a:t>
            </a:r>
            <a:endParaRPr dirty="0"/>
          </a:p>
        </p:txBody>
      </p:sp>
      <p:sp>
        <p:nvSpPr>
          <p:cNvPr id="3" name="Espace réservé du numéro de diapositive 2">
            <a:extLst>
              <a:ext uri="{FF2B5EF4-FFF2-40B4-BE49-F238E27FC236}">
                <a16:creationId xmlns:a16="http://schemas.microsoft.com/office/drawing/2014/main" id="{D1B7EAD1-6541-0B3D-75D8-D5E3C6414EFC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 smtClean="0"/>
              <a:t>2</a:t>
            </a:fld>
            <a:endParaRPr lang="fr-FR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p3"/>
          <p:cNvSpPr txBox="1">
            <a:spLocks noGrp="1"/>
          </p:cNvSpPr>
          <p:nvPr>
            <p:ph type="title"/>
          </p:nvPr>
        </p:nvSpPr>
        <p:spPr>
          <a:xfrm>
            <a:off x="810000" y="447188"/>
            <a:ext cx="10571998" cy="970450"/>
          </a:xfrm>
          <a:prstGeom prst="rect">
            <a:avLst/>
          </a:prstGeom>
          <a:noFill/>
          <a:ln>
            <a:noFill/>
          </a:ln>
          <a:effectLst>
            <a:outerShdw blurRad="50800">
              <a:srgbClr val="000000">
                <a:alpha val="60000"/>
              </a:srgbClr>
            </a:outerShdw>
          </a:effectLst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EFEFE"/>
              </a:buClr>
              <a:buSzPts val="4000"/>
              <a:buFont typeface="Century Gothic"/>
              <a:buNone/>
            </a:pPr>
            <a:r>
              <a:rPr lang="fr-FR" sz="3200" dirty="0"/>
              <a:t>Méthodologie de l’analyse</a:t>
            </a:r>
            <a:endParaRPr sz="3200" dirty="0"/>
          </a:p>
        </p:txBody>
      </p:sp>
      <p:sp>
        <p:nvSpPr>
          <p:cNvPr id="138" name="Google Shape;138;p3"/>
          <p:cNvSpPr txBox="1">
            <a:spLocks noGrp="1"/>
          </p:cNvSpPr>
          <p:nvPr>
            <p:ph type="body" idx="1"/>
          </p:nvPr>
        </p:nvSpPr>
        <p:spPr>
          <a:xfrm>
            <a:off x="818712" y="2222287"/>
            <a:ext cx="10554574" cy="3636511"/>
          </a:xfrm>
          <a:prstGeom prst="rect">
            <a:avLst/>
          </a:prstGeom>
          <a:noFill/>
          <a:ln>
            <a:noFill/>
          </a:ln>
          <a:effectLst>
            <a:outerShdw blurRad="50800">
              <a:srgbClr val="000000">
                <a:alpha val="40000"/>
              </a:srgbClr>
            </a:outerShdw>
          </a:effectLst>
        </p:spPr>
        <p:txBody>
          <a:bodyPr spcFirstLastPara="1" wrap="square" lIns="91425" tIns="45700" rIns="91425" bIns="45700" anchor="ctr" anchorCtr="0">
            <a:normAutofit fontScale="77500" lnSpcReduction="20000"/>
          </a:bodyPr>
          <a:lstStyle/>
          <a:p>
            <a:pPr marL="342900" lvl="0" indent="-22860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fr-FR" sz="2600" b="1" dirty="0"/>
              <a:t>Python : </a:t>
            </a:r>
            <a:r>
              <a:rPr lang="fr-FR" sz="2600" dirty="0"/>
              <a:t>Packages (pandas, </a:t>
            </a:r>
            <a:r>
              <a:rPr lang="fr-FR" sz="2600" dirty="0" err="1"/>
              <a:t>matplotlib</a:t>
            </a:r>
            <a:r>
              <a:rPr lang="fr-FR" sz="2600" dirty="0"/>
              <a:t>) &amp; jointure des données</a:t>
            </a:r>
          </a:p>
          <a:p>
            <a:pPr marL="342900" lvl="0" indent="-22860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endParaRPr lang="fr-FR" sz="2600" b="1" dirty="0"/>
          </a:p>
          <a:p>
            <a:pPr marL="342900" lvl="0" indent="-22860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fr-FR" sz="2600" b="1" dirty="0"/>
              <a:t>Principes de RGPD (Règlement Général sur la Protection des Données) : </a:t>
            </a:r>
            <a:r>
              <a:rPr lang="fr-FR" sz="2600" dirty="0"/>
              <a:t>pour la collecte et le traitement des données à caractères </a:t>
            </a:r>
            <a:r>
              <a:rPr lang="fr-FR" sz="2600" b="1" dirty="0"/>
              <a:t>personnelles </a:t>
            </a:r>
            <a:endParaRPr lang="fr-FR" sz="2600" dirty="0"/>
          </a:p>
          <a:p>
            <a:pPr lvl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1800"/>
              <a:buFont typeface="Wingdings" panose="05000000000000000000" pitchFamily="2" charset="2"/>
              <a:buChar char="§"/>
            </a:pPr>
            <a:r>
              <a:rPr lang="fr-FR" sz="2600" dirty="0"/>
              <a:t>Licéité, loyauté et transparence </a:t>
            </a:r>
          </a:p>
          <a:p>
            <a:pPr lvl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1800"/>
              <a:buFont typeface="Wingdings" panose="05000000000000000000" pitchFamily="2" charset="2"/>
              <a:buChar char="§"/>
            </a:pPr>
            <a:r>
              <a:rPr lang="fr-FR" sz="2600" dirty="0"/>
              <a:t>Exactitude </a:t>
            </a:r>
          </a:p>
          <a:p>
            <a:pPr lvl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1800"/>
              <a:buFont typeface="Wingdings" panose="05000000000000000000" pitchFamily="2" charset="2"/>
              <a:buChar char="§"/>
            </a:pPr>
            <a:r>
              <a:rPr lang="fr-FR" sz="2600" dirty="0"/>
              <a:t>Conservation</a:t>
            </a:r>
          </a:p>
          <a:p>
            <a:pPr lvl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1800"/>
              <a:buFont typeface="Wingdings" panose="05000000000000000000" pitchFamily="2" charset="2"/>
              <a:buChar char="§"/>
            </a:pPr>
            <a:r>
              <a:rPr lang="fr-FR" sz="2600" b="1" dirty="0"/>
              <a:t>Limitation des finalités </a:t>
            </a:r>
          </a:p>
          <a:p>
            <a:pPr lvl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1800"/>
              <a:buFont typeface="Wingdings" panose="05000000000000000000" pitchFamily="2" charset="2"/>
              <a:buChar char="§"/>
            </a:pPr>
            <a:r>
              <a:rPr lang="fr-FR" sz="2600" b="1" dirty="0"/>
              <a:t>Minimisation des données</a:t>
            </a:r>
            <a:endParaRPr lang="fr-FR" sz="2600" dirty="0"/>
          </a:p>
          <a:p>
            <a:pPr marL="114300" indent="0">
              <a:spcBef>
                <a:spcPts val="0"/>
              </a:spcBef>
              <a:buNone/>
            </a:pPr>
            <a:endParaRPr lang="fr-FR" sz="2600" dirty="0"/>
          </a:p>
          <a:p>
            <a:pPr marL="1143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fr-FR" sz="2600" dirty="0">
                <a:sym typeface="Wingdings" panose="05000000000000000000" pitchFamily="2" charset="2"/>
              </a:rPr>
              <a:t> </a:t>
            </a:r>
            <a:r>
              <a:rPr lang="fr-FR" sz="2600" b="1" dirty="0"/>
              <a:t>PAS D’APPLICATION DE RGPD</a:t>
            </a:r>
            <a:endParaRPr sz="2600" b="1" dirty="0"/>
          </a:p>
        </p:txBody>
      </p:sp>
      <p:sp>
        <p:nvSpPr>
          <p:cNvPr id="3" name="Espace réservé du numéro de diapositive 2">
            <a:extLst>
              <a:ext uri="{FF2B5EF4-FFF2-40B4-BE49-F238E27FC236}">
                <a16:creationId xmlns:a16="http://schemas.microsoft.com/office/drawing/2014/main" id="{6311F413-E433-8912-845B-C5F7C1514A3C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 smtClean="0"/>
              <a:t>3</a:t>
            </a:fld>
            <a:endParaRPr lang="fr-FR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p4"/>
          <p:cNvSpPr txBox="1">
            <a:spLocks noGrp="1"/>
          </p:cNvSpPr>
          <p:nvPr>
            <p:ph type="title"/>
          </p:nvPr>
        </p:nvSpPr>
        <p:spPr>
          <a:xfrm>
            <a:off x="810000" y="447188"/>
            <a:ext cx="10572000" cy="970500"/>
          </a:xfrm>
          <a:prstGeom prst="rect">
            <a:avLst/>
          </a:prstGeom>
          <a:noFill/>
          <a:ln>
            <a:noFill/>
          </a:ln>
          <a:effectLst>
            <a:outerShdw blurRad="50800">
              <a:srgbClr val="000000">
                <a:alpha val="60000"/>
              </a:srgbClr>
            </a:outerShdw>
          </a:effectLst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EFEFE"/>
              </a:buClr>
              <a:buSzPts val="3200"/>
              <a:buFont typeface="Century Gothic"/>
              <a:buNone/>
            </a:pPr>
            <a:r>
              <a:rPr lang="fr-FR" sz="3200" dirty="0"/>
              <a:t>7,1% de population en état de sous-nutrition en 2017</a:t>
            </a:r>
            <a:endParaRPr sz="3200" dirty="0"/>
          </a:p>
        </p:txBody>
      </p:sp>
      <p:sp>
        <p:nvSpPr>
          <p:cNvPr id="146" name="Google Shape;146;p4"/>
          <p:cNvSpPr txBox="1">
            <a:spLocks noGrp="1"/>
          </p:cNvSpPr>
          <p:nvPr>
            <p:ph type="body" idx="1"/>
          </p:nvPr>
        </p:nvSpPr>
        <p:spPr>
          <a:xfrm>
            <a:off x="818712" y="2222287"/>
            <a:ext cx="10554574" cy="3636511"/>
          </a:xfrm>
          <a:prstGeom prst="rect">
            <a:avLst/>
          </a:prstGeom>
          <a:noFill/>
          <a:ln>
            <a:noFill/>
          </a:ln>
          <a:effectLst>
            <a:outerShdw blurRad="50800">
              <a:srgbClr val="000000">
                <a:alpha val="40000"/>
              </a:srgbClr>
            </a:outerShdw>
          </a:effectLst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endParaRPr dirty="0"/>
          </a:p>
        </p:txBody>
      </p:sp>
      <p:grpSp>
        <p:nvGrpSpPr>
          <p:cNvPr id="3" name="Groupe 2">
            <a:extLst>
              <a:ext uri="{FF2B5EF4-FFF2-40B4-BE49-F238E27FC236}">
                <a16:creationId xmlns:a16="http://schemas.microsoft.com/office/drawing/2014/main" id="{AD397EA4-E338-9650-B589-6367ED04F617}"/>
              </a:ext>
            </a:extLst>
          </p:cNvPr>
          <p:cNvGrpSpPr/>
          <p:nvPr/>
        </p:nvGrpSpPr>
        <p:grpSpPr>
          <a:xfrm>
            <a:off x="809998" y="3480680"/>
            <a:ext cx="10563288" cy="1110343"/>
            <a:chOff x="818712" y="2337096"/>
            <a:chExt cx="10563288" cy="1110343"/>
          </a:xfrm>
        </p:grpSpPr>
        <p:sp>
          <p:nvSpPr>
            <p:cNvPr id="2" name="Rectangle 1">
              <a:extLst>
                <a:ext uri="{FF2B5EF4-FFF2-40B4-BE49-F238E27FC236}">
                  <a16:creationId xmlns:a16="http://schemas.microsoft.com/office/drawing/2014/main" id="{09BE21BE-66D0-B0D1-769B-33668621B936}"/>
                </a:ext>
              </a:extLst>
            </p:cNvPr>
            <p:cNvSpPr/>
            <p:nvPr/>
          </p:nvSpPr>
          <p:spPr>
            <a:xfrm>
              <a:off x="4777841" y="2337097"/>
              <a:ext cx="2636316" cy="1110342"/>
            </a:xfrm>
            <a:prstGeom prst="rect">
              <a:avLst/>
            </a:prstGeom>
          </p:spPr>
          <p:style>
            <a:lnRef idx="2">
              <a:schemeClr val="accent5">
                <a:shade val="15000"/>
              </a:schemeClr>
            </a:lnRef>
            <a:fillRef idx="1">
              <a:schemeClr val="accent5"/>
            </a:fillRef>
            <a:effectRef idx="0">
              <a:schemeClr val="accent5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fr-FR" sz="3600" dirty="0">
                  <a:latin typeface="Century Gothic" panose="020B0502020202020204" pitchFamily="34" charset="0"/>
                </a:rPr>
                <a:t>7,1%</a:t>
              </a:r>
              <a:endParaRPr lang="fr-FR" sz="4000" dirty="0">
                <a:latin typeface="Century Gothic" panose="020B0502020202020204" pitchFamily="34" charset="0"/>
              </a:endParaRPr>
            </a:p>
            <a:p>
              <a:pPr algn="ctr"/>
              <a:r>
                <a:rPr lang="fr-FR" sz="1800" dirty="0">
                  <a:latin typeface="Century Gothic" panose="020B0502020202020204" pitchFamily="34" charset="0"/>
                </a:rPr>
                <a:t>Sous-nutrition en 2017</a:t>
              </a:r>
            </a:p>
          </p:txBody>
        </p:sp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7B252539-1FAA-82B6-31EB-AA9AD890AD11}"/>
                </a:ext>
              </a:extLst>
            </p:cNvPr>
            <p:cNvSpPr/>
            <p:nvPr/>
          </p:nvSpPr>
          <p:spPr>
            <a:xfrm>
              <a:off x="818712" y="2337096"/>
              <a:ext cx="3967843" cy="1110342"/>
            </a:xfrm>
            <a:prstGeom prst="rect">
              <a:avLst/>
            </a:prstGeom>
          </p:spPr>
          <p:style>
            <a:lnRef idx="2">
              <a:schemeClr val="accent4">
                <a:shade val="15000"/>
              </a:schemeClr>
            </a:lnRef>
            <a:fillRef idx="1">
              <a:schemeClr val="accent4"/>
            </a:fillRef>
            <a:effectRef idx="0">
              <a:schemeClr val="accent4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fr-FR" sz="3200" dirty="0">
                  <a:latin typeface="Century Gothic" panose="020B0502020202020204" pitchFamily="34" charset="0"/>
                </a:rPr>
                <a:t>535,7 Millions</a:t>
              </a:r>
            </a:p>
            <a:p>
              <a:pPr algn="ctr"/>
              <a:r>
                <a:rPr lang="fr-FR" sz="1800" dirty="0">
                  <a:latin typeface="Century Gothic" panose="020B0502020202020204" pitchFamily="34" charset="0"/>
                </a:rPr>
                <a:t>Sous-nutrition en 2017</a:t>
              </a:r>
            </a:p>
          </p:txBody>
        </p:sp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6B9DC3D0-E510-103F-E5FD-A2F0F9B69C14}"/>
                </a:ext>
              </a:extLst>
            </p:cNvPr>
            <p:cNvSpPr/>
            <p:nvPr/>
          </p:nvSpPr>
          <p:spPr>
            <a:xfrm>
              <a:off x="7414157" y="2337097"/>
              <a:ext cx="3967843" cy="1110342"/>
            </a:xfrm>
            <a:prstGeom prst="rect">
              <a:avLst/>
            </a:prstGeom>
          </p:spPr>
          <p:style>
            <a:lnRef idx="2">
              <a:schemeClr val="accent4">
                <a:shade val="15000"/>
              </a:schemeClr>
            </a:lnRef>
            <a:fillRef idx="1">
              <a:schemeClr val="accent4"/>
            </a:fillRef>
            <a:effectRef idx="0">
              <a:schemeClr val="accent4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fr-FR" sz="3200" dirty="0">
                  <a:latin typeface="Century Gothic" panose="020B0502020202020204" pitchFamily="34" charset="0"/>
                </a:rPr>
                <a:t>7,5 Milliards</a:t>
              </a:r>
            </a:p>
            <a:p>
              <a:pPr algn="ctr"/>
              <a:r>
                <a:rPr lang="fr-FR" sz="1800" dirty="0">
                  <a:latin typeface="Century Gothic" panose="020B0502020202020204" pitchFamily="34" charset="0"/>
                </a:rPr>
                <a:t>Population en 2017</a:t>
              </a:r>
            </a:p>
          </p:txBody>
        </p:sp>
      </p:grp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EDA2A62E-B12A-5D25-46B8-73E84F5EBD98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 smtClean="0"/>
              <a:t>4</a:t>
            </a:fld>
            <a:endParaRPr lang="fr-FR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p5"/>
          <p:cNvSpPr txBox="1">
            <a:spLocks noGrp="1"/>
          </p:cNvSpPr>
          <p:nvPr>
            <p:ph type="title"/>
          </p:nvPr>
        </p:nvSpPr>
        <p:spPr>
          <a:xfrm>
            <a:off x="810000" y="447188"/>
            <a:ext cx="10571998" cy="970450"/>
          </a:xfrm>
          <a:prstGeom prst="rect">
            <a:avLst/>
          </a:prstGeom>
          <a:noFill/>
          <a:ln>
            <a:noFill/>
          </a:ln>
          <a:effectLst>
            <a:outerShdw blurRad="50800">
              <a:srgbClr val="000000">
                <a:alpha val="60000"/>
              </a:srgbClr>
            </a:outerShdw>
          </a:effectLst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EFEFE"/>
              </a:buClr>
              <a:buSzPts val="3200"/>
              <a:buFont typeface="Century Gothic"/>
              <a:buNone/>
            </a:pPr>
            <a:r>
              <a:rPr lang="fr-FR" sz="3200" dirty="0"/>
              <a:t>115% des besoins pourraient être couverts en 2017</a:t>
            </a:r>
            <a:endParaRPr sz="3200" dirty="0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EC1A37CD-480C-9C2A-7C37-E8BA8336E040}"/>
              </a:ext>
            </a:extLst>
          </p:cNvPr>
          <p:cNvSpPr/>
          <p:nvPr/>
        </p:nvSpPr>
        <p:spPr>
          <a:xfrm>
            <a:off x="810000" y="2545147"/>
            <a:ext cx="3376410" cy="1199738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3200" dirty="0">
                <a:latin typeface="Century Gothic" panose="020B0502020202020204" pitchFamily="34" charset="0"/>
              </a:rPr>
              <a:t>2 400 Kcal </a:t>
            </a:r>
          </a:p>
          <a:p>
            <a:pPr algn="ctr"/>
            <a:r>
              <a:rPr lang="fr-FR" sz="1800" dirty="0">
                <a:latin typeface="Century Gothic" panose="020B0502020202020204" pitchFamily="34" charset="0"/>
              </a:rPr>
              <a:t>en moyenne j/pers.</a:t>
            </a:r>
          </a:p>
          <a:p>
            <a:pPr algn="ctr"/>
            <a:r>
              <a:rPr lang="fr-FR" sz="1800" dirty="0">
                <a:solidFill>
                  <a:srgbClr val="002060"/>
                </a:solidFill>
                <a:latin typeface="Century Gothic" panose="020B0502020202020204" pitchFamily="34" charset="0"/>
              </a:rPr>
              <a:t>Nutriandco.com</a:t>
            </a:r>
          </a:p>
        </p:txBody>
      </p:sp>
      <p:grpSp>
        <p:nvGrpSpPr>
          <p:cNvPr id="3" name="Groupe 2">
            <a:extLst>
              <a:ext uri="{FF2B5EF4-FFF2-40B4-BE49-F238E27FC236}">
                <a16:creationId xmlns:a16="http://schemas.microsoft.com/office/drawing/2014/main" id="{F5CD33CE-CD72-5062-B37B-A96CF0D53AED}"/>
              </a:ext>
            </a:extLst>
          </p:cNvPr>
          <p:cNvGrpSpPr/>
          <p:nvPr/>
        </p:nvGrpSpPr>
        <p:grpSpPr>
          <a:xfrm>
            <a:off x="6095999" y="2923850"/>
            <a:ext cx="3967843" cy="2231701"/>
            <a:chOff x="6095999" y="2923850"/>
            <a:chExt cx="3967843" cy="2231701"/>
          </a:xfrm>
        </p:grpSpPr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412F0B0A-60F4-CA92-DE19-33D53AD6E4E3}"/>
                </a:ext>
              </a:extLst>
            </p:cNvPr>
            <p:cNvSpPr/>
            <p:nvPr/>
          </p:nvSpPr>
          <p:spPr>
            <a:xfrm>
              <a:off x="6095999" y="2923850"/>
              <a:ext cx="3967843" cy="1110342"/>
            </a:xfrm>
            <a:prstGeom prst="rect">
              <a:avLst/>
            </a:prstGeom>
          </p:spPr>
          <p:style>
            <a:lnRef idx="2">
              <a:schemeClr val="accent4">
                <a:shade val="15000"/>
              </a:schemeClr>
            </a:lnRef>
            <a:fillRef idx="1">
              <a:schemeClr val="accent4"/>
            </a:fillRef>
            <a:effectRef idx="0">
              <a:schemeClr val="accent4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fr-FR" sz="3200" dirty="0">
                  <a:latin typeface="Century Gothic" panose="020B0502020202020204" pitchFamily="34" charset="0"/>
                </a:rPr>
                <a:t>8,7 Milliards</a:t>
              </a:r>
            </a:p>
            <a:p>
              <a:pPr algn="ctr"/>
              <a:r>
                <a:rPr lang="fr-FR" sz="1800" dirty="0">
                  <a:latin typeface="Century Gothic" panose="020B0502020202020204" pitchFamily="34" charset="0"/>
                </a:rPr>
                <a:t>Pers. nourries par an en théorie</a:t>
              </a:r>
            </a:p>
          </p:txBody>
        </p:sp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5772DDD9-7C28-231F-D4FB-0B9B7EE80EA7}"/>
                </a:ext>
              </a:extLst>
            </p:cNvPr>
            <p:cNvSpPr/>
            <p:nvPr/>
          </p:nvSpPr>
          <p:spPr>
            <a:xfrm>
              <a:off x="6095999" y="4045209"/>
              <a:ext cx="3967843" cy="1110342"/>
            </a:xfrm>
            <a:prstGeom prst="rect">
              <a:avLst/>
            </a:prstGeom>
          </p:spPr>
          <p:style>
            <a:lnRef idx="2">
              <a:schemeClr val="accent5">
                <a:shade val="15000"/>
              </a:schemeClr>
            </a:lnRef>
            <a:fillRef idx="1">
              <a:schemeClr val="accent5"/>
            </a:fillRef>
            <a:effectRef idx="0">
              <a:schemeClr val="accent5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fr-FR" sz="3600" dirty="0">
                  <a:latin typeface="Century Gothic" panose="020B0502020202020204" pitchFamily="34" charset="0"/>
                </a:rPr>
                <a:t>115,5% &gt; 100%</a:t>
              </a:r>
            </a:p>
            <a:p>
              <a:pPr algn="ctr"/>
              <a:r>
                <a:rPr lang="fr-FR" sz="1800" dirty="0">
                  <a:latin typeface="Century Gothic" panose="020B0502020202020204" pitchFamily="34" charset="0"/>
                </a:rPr>
                <a:t>Pers. nourries par an en théorie</a:t>
              </a:r>
            </a:p>
          </p:txBody>
        </p:sp>
      </p:grpSp>
      <p:sp>
        <p:nvSpPr>
          <p:cNvPr id="8" name="ZoneTexte 7">
            <a:extLst>
              <a:ext uri="{FF2B5EF4-FFF2-40B4-BE49-F238E27FC236}">
                <a16:creationId xmlns:a16="http://schemas.microsoft.com/office/drawing/2014/main" id="{C4FEA4AF-179B-936D-3FB7-BAB26E09F4B6}"/>
              </a:ext>
            </a:extLst>
          </p:cNvPr>
          <p:cNvSpPr txBox="1"/>
          <p:nvPr/>
        </p:nvSpPr>
        <p:spPr>
          <a:xfrm>
            <a:off x="809999" y="4034192"/>
            <a:ext cx="3376410" cy="178510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000" b="1" dirty="0">
                <a:solidFill>
                  <a:schemeClr val="bg1"/>
                </a:solidFill>
                <a:latin typeface="Century Gothic" panose="020B0502020202020204" pitchFamily="34" charset="0"/>
              </a:rPr>
              <a:t>Hypothèse : </a:t>
            </a:r>
          </a:p>
          <a:p>
            <a:pPr algn="ctr"/>
            <a:r>
              <a:rPr lang="fr-FR" sz="2000" b="1" dirty="0">
                <a:solidFill>
                  <a:schemeClr val="bg1"/>
                </a:solidFill>
                <a:latin typeface="Century Gothic" panose="020B0502020202020204" pitchFamily="34" charset="0"/>
              </a:rPr>
              <a:t>2 400 Kcal/j/pers.</a:t>
            </a:r>
          </a:p>
          <a:p>
            <a:pPr algn="ctr"/>
            <a:r>
              <a:rPr lang="fr-FR" sz="2000" b="1" dirty="0">
                <a:solidFill>
                  <a:schemeClr val="bg1"/>
                </a:solidFill>
                <a:latin typeface="Century Gothic" panose="020B0502020202020204" pitchFamily="34" charset="0"/>
              </a:rPr>
              <a:t>en moyenne</a:t>
            </a:r>
          </a:p>
          <a:p>
            <a:endParaRPr lang="fr-FR" b="1" dirty="0">
              <a:solidFill>
                <a:schemeClr val="bg1"/>
              </a:solidFill>
              <a:latin typeface="Century Gothic" panose="020B0502020202020204" pitchFamily="34" charset="0"/>
            </a:endParaRPr>
          </a:p>
          <a:p>
            <a:r>
              <a:rPr lang="fr-FR" sz="1800" b="1" dirty="0">
                <a:solidFill>
                  <a:schemeClr val="bg1"/>
                </a:solidFill>
                <a:latin typeface="Century Gothic" panose="020B0502020202020204" pitchFamily="34" charset="0"/>
                <a:sym typeface="Wingdings" panose="05000000000000000000" pitchFamily="2" charset="2"/>
              </a:rPr>
              <a:t> </a:t>
            </a:r>
            <a:r>
              <a:rPr lang="fr-FR" sz="1800" b="1" dirty="0">
                <a:solidFill>
                  <a:schemeClr val="bg1"/>
                </a:solidFill>
                <a:latin typeface="Century Gothic" panose="020B0502020202020204" pitchFamily="34" charset="0"/>
              </a:rPr>
              <a:t>Surplus de la disponibilité des aliments </a:t>
            </a:r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B0AACC2B-1096-47AB-77EA-BF1EB5D429D5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 smtClean="0"/>
              <a:t>5</a:t>
            </a:fld>
            <a:endParaRPr lang="fr-FR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p6"/>
          <p:cNvSpPr txBox="1">
            <a:spLocks noGrp="1"/>
          </p:cNvSpPr>
          <p:nvPr>
            <p:ph type="title"/>
          </p:nvPr>
        </p:nvSpPr>
        <p:spPr>
          <a:xfrm>
            <a:off x="810000" y="447188"/>
            <a:ext cx="10571998" cy="970450"/>
          </a:xfrm>
          <a:prstGeom prst="rect">
            <a:avLst/>
          </a:prstGeom>
          <a:noFill/>
          <a:ln>
            <a:noFill/>
          </a:ln>
          <a:effectLst>
            <a:outerShdw blurRad="50800">
              <a:srgbClr val="000000">
                <a:alpha val="60000"/>
              </a:srgbClr>
            </a:outerShdw>
          </a:effectLst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EFEFE"/>
              </a:buClr>
              <a:buSzPts val="3200"/>
              <a:buFont typeface="Century Gothic"/>
              <a:buNone/>
            </a:pPr>
            <a:r>
              <a:rPr lang="fr-FR" sz="3200" dirty="0"/>
              <a:t>95% des besoins pourraient être couverts uniquement par les végétaux en 2017</a:t>
            </a:r>
            <a:endParaRPr dirty="0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44712F25-1B7B-5547-CD0D-C4A8992687BC}"/>
              </a:ext>
            </a:extLst>
          </p:cNvPr>
          <p:cNvSpPr/>
          <p:nvPr/>
        </p:nvSpPr>
        <p:spPr>
          <a:xfrm>
            <a:off x="814286" y="2545147"/>
            <a:ext cx="3376800" cy="1199738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3200" dirty="0">
                <a:latin typeface="Century Gothic" panose="020B0502020202020204" pitchFamily="34" charset="0"/>
              </a:rPr>
              <a:t>6,3 Billiards Kcal </a:t>
            </a:r>
          </a:p>
          <a:p>
            <a:pPr algn="ctr"/>
            <a:r>
              <a:rPr lang="fr-FR" sz="1800" dirty="0">
                <a:latin typeface="Century Gothic" panose="020B0502020202020204" pitchFamily="34" charset="0"/>
              </a:rPr>
              <a:t>végétaux jour/ pers.</a:t>
            </a:r>
          </a:p>
        </p:txBody>
      </p:sp>
      <p:grpSp>
        <p:nvGrpSpPr>
          <p:cNvPr id="2" name="Groupe 1">
            <a:extLst>
              <a:ext uri="{FF2B5EF4-FFF2-40B4-BE49-F238E27FC236}">
                <a16:creationId xmlns:a16="http://schemas.microsoft.com/office/drawing/2014/main" id="{CEA72D10-A940-6E26-D53C-C02FEA3C85CA}"/>
              </a:ext>
            </a:extLst>
          </p:cNvPr>
          <p:cNvGrpSpPr/>
          <p:nvPr/>
        </p:nvGrpSpPr>
        <p:grpSpPr>
          <a:xfrm>
            <a:off x="6095999" y="2923850"/>
            <a:ext cx="3967843" cy="2233384"/>
            <a:chOff x="6095999" y="2923850"/>
            <a:chExt cx="3967843" cy="2233384"/>
          </a:xfrm>
        </p:grpSpPr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1E9B5720-4C9F-74A0-6839-F241F630F0F3}"/>
                </a:ext>
              </a:extLst>
            </p:cNvPr>
            <p:cNvSpPr/>
            <p:nvPr/>
          </p:nvSpPr>
          <p:spPr>
            <a:xfrm>
              <a:off x="6095999" y="2923850"/>
              <a:ext cx="3967843" cy="1110342"/>
            </a:xfrm>
            <a:prstGeom prst="rect">
              <a:avLst/>
            </a:prstGeom>
          </p:spPr>
          <p:style>
            <a:lnRef idx="2">
              <a:schemeClr val="accent4">
                <a:shade val="15000"/>
              </a:schemeClr>
            </a:lnRef>
            <a:fillRef idx="1">
              <a:schemeClr val="accent4"/>
            </a:fillRef>
            <a:effectRef idx="0">
              <a:schemeClr val="accent4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fr-FR" sz="3200" dirty="0">
                  <a:latin typeface="Century Gothic" panose="020B0502020202020204" pitchFamily="34" charset="0"/>
                </a:rPr>
                <a:t>7,2 Milliards </a:t>
              </a:r>
            </a:p>
            <a:p>
              <a:pPr algn="ctr"/>
              <a:r>
                <a:rPr lang="fr-FR" sz="1800" dirty="0">
                  <a:latin typeface="Century Gothic" panose="020B0502020202020204" pitchFamily="34" charset="0"/>
                </a:rPr>
                <a:t>Pers. nourries par an en théorie</a:t>
              </a:r>
            </a:p>
          </p:txBody>
        </p:sp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4895ACFC-30D9-EA9C-4438-9AC3689752C8}"/>
                </a:ext>
              </a:extLst>
            </p:cNvPr>
            <p:cNvSpPr/>
            <p:nvPr/>
          </p:nvSpPr>
          <p:spPr>
            <a:xfrm>
              <a:off x="6095999" y="4046892"/>
              <a:ext cx="3967843" cy="1110342"/>
            </a:xfrm>
            <a:prstGeom prst="rect">
              <a:avLst/>
            </a:prstGeom>
          </p:spPr>
          <p:style>
            <a:lnRef idx="2">
              <a:schemeClr val="accent5">
                <a:shade val="15000"/>
              </a:schemeClr>
            </a:lnRef>
            <a:fillRef idx="1">
              <a:schemeClr val="accent5"/>
            </a:fillRef>
            <a:effectRef idx="0">
              <a:schemeClr val="accent5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fr-FR" sz="3600" dirty="0">
                  <a:latin typeface="Century Gothic" panose="020B0502020202020204" pitchFamily="34" charset="0"/>
                </a:rPr>
                <a:t>95,3% &lt; 100%</a:t>
              </a:r>
            </a:p>
            <a:p>
              <a:pPr algn="ctr"/>
              <a:r>
                <a:rPr lang="fr-FR" sz="1800" dirty="0">
                  <a:latin typeface="Century Gothic" panose="020B0502020202020204" pitchFamily="34" charset="0"/>
                </a:rPr>
                <a:t>Pers. nourries par an en théorie</a:t>
              </a:r>
            </a:p>
          </p:txBody>
        </p:sp>
      </p:grpSp>
      <p:sp>
        <p:nvSpPr>
          <p:cNvPr id="7" name="ZoneTexte 6">
            <a:extLst>
              <a:ext uri="{FF2B5EF4-FFF2-40B4-BE49-F238E27FC236}">
                <a16:creationId xmlns:a16="http://schemas.microsoft.com/office/drawing/2014/main" id="{732DEE66-C7CC-E7FA-AA10-F7CD0C8868C8}"/>
              </a:ext>
            </a:extLst>
          </p:cNvPr>
          <p:cNvSpPr txBox="1"/>
          <p:nvPr/>
        </p:nvSpPr>
        <p:spPr>
          <a:xfrm>
            <a:off x="814286" y="4034192"/>
            <a:ext cx="3376799" cy="178510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000" b="1" dirty="0">
                <a:solidFill>
                  <a:schemeClr val="bg1"/>
                </a:solidFill>
                <a:latin typeface="Century Gothic" panose="020B0502020202020204" pitchFamily="34" charset="0"/>
              </a:rPr>
              <a:t>Hypothèse : </a:t>
            </a:r>
          </a:p>
          <a:p>
            <a:pPr algn="ctr"/>
            <a:r>
              <a:rPr lang="fr-FR" sz="2000" b="1" dirty="0">
                <a:solidFill>
                  <a:schemeClr val="bg1"/>
                </a:solidFill>
                <a:latin typeface="Century Gothic" panose="020B0502020202020204" pitchFamily="34" charset="0"/>
              </a:rPr>
              <a:t>2 400 Kcal/j/pers.</a:t>
            </a:r>
          </a:p>
          <a:p>
            <a:pPr algn="ctr"/>
            <a:r>
              <a:rPr lang="fr-FR" sz="2000" b="1" dirty="0">
                <a:solidFill>
                  <a:schemeClr val="bg1"/>
                </a:solidFill>
                <a:latin typeface="Century Gothic" panose="020B0502020202020204" pitchFamily="34" charset="0"/>
              </a:rPr>
              <a:t>en moyenne</a:t>
            </a:r>
          </a:p>
          <a:p>
            <a:endParaRPr lang="fr-FR" b="1" dirty="0">
              <a:solidFill>
                <a:schemeClr val="bg1"/>
              </a:solidFill>
              <a:latin typeface="Century Gothic" panose="020B0502020202020204" pitchFamily="34" charset="0"/>
            </a:endParaRPr>
          </a:p>
          <a:p>
            <a:r>
              <a:rPr lang="fr-FR" sz="1800" b="1" dirty="0">
                <a:solidFill>
                  <a:schemeClr val="bg1"/>
                </a:solidFill>
                <a:latin typeface="Century Gothic" panose="020B0502020202020204" pitchFamily="34" charset="0"/>
                <a:sym typeface="Wingdings" panose="05000000000000000000" pitchFamily="2" charset="2"/>
              </a:rPr>
              <a:t> Insuffisance</a:t>
            </a:r>
            <a:r>
              <a:rPr lang="fr-FR" sz="1800" b="1" dirty="0">
                <a:solidFill>
                  <a:schemeClr val="bg1"/>
                </a:solidFill>
                <a:latin typeface="Century Gothic" panose="020B0502020202020204" pitchFamily="34" charset="0"/>
              </a:rPr>
              <a:t> de la disponibilité des aliments </a:t>
            </a:r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A8787E1F-C473-635B-5418-775F1400B208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 smtClean="0"/>
              <a:t>6</a:t>
            </a:fld>
            <a:endParaRPr lang="fr-FR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Google Shape;166;p7"/>
          <p:cNvSpPr txBox="1">
            <a:spLocks noGrp="1"/>
          </p:cNvSpPr>
          <p:nvPr>
            <p:ph type="title"/>
          </p:nvPr>
        </p:nvSpPr>
        <p:spPr>
          <a:xfrm>
            <a:off x="810000" y="447188"/>
            <a:ext cx="10571998" cy="970450"/>
          </a:xfrm>
          <a:prstGeom prst="rect">
            <a:avLst/>
          </a:prstGeom>
          <a:noFill/>
          <a:ln>
            <a:noFill/>
          </a:ln>
          <a:effectLst>
            <a:outerShdw blurRad="50800">
              <a:srgbClr val="000000">
                <a:alpha val="60000"/>
              </a:srgbClr>
            </a:outerShdw>
          </a:effectLst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EFEFE"/>
              </a:buClr>
              <a:buSzPts val="3200"/>
              <a:buFont typeface="Century Gothic"/>
              <a:buNone/>
            </a:pPr>
            <a:r>
              <a:rPr lang="fr-FR" sz="3200" dirty="0"/>
              <a:t>1/2 de la disponibilité intérieure est consacrée à la nourriture</a:t>
            </a:r>
          </a:p>
        </p:txBody>
      </p:sp>
      <p:sp>
        <p:nvSpPr>
          <p:cNvPr id="167" name="Google Shape;167;p7"/>
          <p:cNvSpPr txBox="1">
            <a:spLocks noGrp="1"/>
          </p:cNvSpPr>
          <p:nvPr>
            <p:ph type="body" idx="1"/>
          </p:nvPr>
        </p:nvSpPr>
        <p:spPr>
          <a:xfrm>
            <a:off x="818712" y="2222287"/>
            <a:ext cx="10554574" cy="3636511"/>
          </a:xfrm>
          <a:prstGeom prst="rect">
            <a:avLst/>
          </a:prstGeom>
          <a:noFill/>
          <a:ln>
            <a:noFill/>
          </a:ln>
          <a:effectLst>
            <a:outerShdw blurRad="50800">
              <a:srgbClr val="000000">
                <a:alpha val="40000"/>
              </a:srgbClr>
            </a:outerShdw>
          </a:effectLst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dirty="0"/>
          </a:p>
        </p:txBody>
      </p:sp>
      <p:sp>
        <p:nvSpPr>
          <p:cNvPr id="12" name="ZoneTexte 11">
            <a:extLst>
              <a:ext uri="{FF2B5EF4-FFF2-40B4-BE49-F238E27FC236}">
                <a16:creationId xmlns:a16="http://schemas.microsoft.com/office/drawing/2014/main" id="{06616250-FCD3-BE3E-3C75-D8289BE3CD6E}"/>
              </a:ext>
            </a:extLst>
          </p:cNvPr>
          <p:cNvSpPr txBox="1"/>
          <p:nvPr/>
        </p:nvSpPr>
        <p:spPr>
          <a:xfrm>
            <a:off x="6789420" y="2655545"/>
            <a:ext cx="4583866" cy="276998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buSzPts val="1600"/>
            </a:pPr>
            <a:r>
              <a:rPr lang="fr-FR" sz="2000" b="1" i="0" strike="noStrike" cap="none" dirty="0">
                <a:solidFill>
                  <a:schemeClr val="bg1"/>
                </a:solidFill>
                <a:latin typeface="Century Gothic" panose="020B0502020202020204" pitchFamily="34" charset="0"/>
                <a:ea typeface="Century Gothic"/>
                <a:cs typeface="Century Gothic"/>
                <a:sym typeface="Century Gothic"/>
              </a:rPr>
              <a:t>Equation :</a:t>
            </a:r>
            <a:r>
              <a:rPr lang="fr-FR" sz="2000" b="0" i="0" strike="noStrike" cap="none" dirty="0">
                <a:solidFill>
                  <a:schemeClr val="bg1"/>
                </a:solidFill>
                <a:latin typeface="Century Gothic" panose="020B0502020202020204" pitchFamily="34" charset="0"/>
                <a:ea typeface="Century Gothic"/>
                <a:cs typeface="Century Gothic"/>
                <a:sym typeface="Century Gothic"/>
              </a:rPr>
              <a:t> </a:t>
            </a:r>
          </a:p>
          <a:p>
            <a:pPr>
              <a:buSzPts val="1600"/>
            </a:pPr>
            <a:endParaRPr lang="fr-FR" sz="2000" b="0" i="0" u="none" strike="noStrike" cap="none" dirty="0">
              <a:solidFill>
                <a:schemeClr val="bg1"/>
              </a:solidFill>
              <a:latin typeface="Century Gothic" panose="020B0502020202020204" pitchFamily="34" charset="0"/>
              <a:ea typeface="Century Gothic"/>
              <a:cs typeface="Century Gothic"/>
              <a:sym typeface="Century Gothic"/>
            </a:endParaRPr>
          </a:p>
          <a:p>
            <a:pPr>
              <a:buSzPts val="1600"/>
            </a:pPr>
            <a:r>
              <a:rPr lang="fr-FR" sz="2000" b="0" i="0" u="none" strike="noStrike" cap="none" dirty="0">
                <a:solidFill>
                  <a:schemeClr val="bg1"/>
                </a:solidFill>
                <a:latin typeface="Century Gothic" panose="020B0502020202020204" pitchFamily="34" charset="0"/>
                <a:ea typeface="Century Gothic"/>
                <a:cs typeface="Century Gothic"/>
                <a:sym typeface="Century Gothic"/>
              </a:rPr>
              <a:t>Disponibilité intérieure </a:t>
            </a:r>
          </a:p>
          <a:p>
            <a:pPr>
              <a:buSzPts val="1600"/>
            </a:pPr>
            <a:r>
              <a:rPr lang="fr-FR" sz="2000" b="0" i="0" u="none" strike="noStrike" cap="none" dirty="0">
                <a:solidFill>
                  <a:schemeClr val="bg1"/>
                </a:solidFill>
                <a:latin typeface="Century Gothic" panose="020B0502020202020204" pitchFamily="34" charset="0"/>
                <a:ea typeface="Century Gothic"/>
                <a:cs typeface="Century Gothic"/>
                <a:sym typeface="Century Gothic"/>
              </a:rPr>
              <a:t>= Production + Importations - Exportations + Variation de stock</a:t>
            </a:r>
            <a:r>
              <a:rPr lang="fr-FR" sz="2000" dirty="0">
                <a:solidFill>
                  <a:schemeClr val="bg1"/>
                </a:solidFill>
                <a:latin typeface="Century Gothic" panose="020B0502020202020204" pitchFamily="34" charset="0"/>
                <a:ea typeface="Century Gothic"/>
                <a:cs typeface="Century Gothic"/>
                <a:sym typeface="Century Gothic"/>
              </a:rPr>
              <a:t> </a:t>
            </a:r>
          </a:p>
          <a:p>
            <a:pPr>
              <a:buSzPts val="1600"/>
            </a:pPr>
            <a:r>
              <a:rPr lang="fr-FR" sz="2000" b="0" i="0" u="none" strike="noStrike" cap="none" dirty="0">
                <a:solidFill>
                  <a:schemeClr val="bg1"/>
                </a:solidFill>
                <a:latin typeface="Century Gothic" panose="020B0502020202020204" pitchFamily="34" charset="0"/>
                <a:ea typeface="Century Gothic"/>
                <a:cs typeface="Century Gothic"/>
                <a:sym typeface="Century Gothic"/>
              </a:rPr>
              <a:t>= Semences + Pertes + Nourriture + Aliments pour animaux + Traitement + Autres utilisations</a:t>
            </a:r>
            <a:endParaRPr lang="fr-FR" sz="2000" dirty="0">
              <a:solidFill>
                <a:schemeClr val="bg1"/>
              </a:solidFill>
              <a:latin typeface="Century Gothic" panose="020B0502020202020204" pitchFamily="34" charset="0"/>
            </a:endParaRPr>
          </a:p>
          <a:p>
            <a:endParaRPr lang="fr-FR" dirty="0"/>
          </a:p>
        </p:txBody>
      </p:sp>
      <p:sp>
        <p:nvSpPr>
          <p:cNvPr id="3" name="Espace réservé du numéro de diapositive 2">
            <a:extLst>
              <a:ext uri="{FF2B5EF4-FFF2-40B4-BE49-F238E27FC236}">
                <a16:creationId xmlns:a16="http://schemas.microsoft.com/office/drawing/2014/main" id="{E4E9C6F4-5424-FE16-94B5-12931ED351AA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 smtClean="0"/>
              <a:t>7</a:t>
            </a:fld>
            <a:endParaRPr lang="fr-FR"/>
          </a:p>
        </p:txBody>
      </p:sp>
      <p:pic>
        <p:nvPicPr>
          <p:cNvPr id="5" name="Image 4">
            <a:extLst>
              <a:ext uri="{FF2B5EF4-FFF2-40B4-BE49-F238E27FC236}">
                <a16:creationId xmlns:a16="http://schemas.microsoft.com/office/drawing/2014/main" id="{FC85BA3C-06C3-46A2-3532-0B68ADE0AD10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810000" y="2242340"/>
            <a:ext cx="4795200" cy="35964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Google Shape;174;p8"/>
          <p:cNvSpPr txBox="1">
            <a:spLocks noGrp="1"/>
          </p:cNvSpPr>
          <p:nvPr>
            <p:ph type="title"/>
          </p:nvPr>
        </p:nvSpPr>
        <p:spPr>
          <a:xfrm>
            <a:off x="810000" y="447188"/>
            <a:ext cx="10571998" cy="970450"/>
          </a:xfrm>
          <a:prstGeom prst="rect">
            <a:avLst/>
          </a:prstGeom>
          <a:noFill/>
          <a:ln>
            <a:noFill/>
          </a:ln>
          <a:effectLst>
            <a:outerShdw blurRad="50800">
              <a:srgbClr val="000000">
                <a:alpha val="60000"/>
              </a:srgbClr>
            </a:outerShdw>
          </a:effectLst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EFEFE"/>
              </a:buClr>
              <a:buSzPts val="3200"/>
              <a:buFont typeface="Century Gothic"/>
              <a:buNone/>
            </a:pPr>
            <a:r>
              <a:rPr lang="fr-FR" sz="3200" dirty="0"/>
              <a:t>79% des principales céréales sont consacrées à l’alimentation humaine et animale</a:t>
            </a:r>
          </a:p>
        </p:txBody>
      </p:sp>
      <p:sp>
        <p:nvSpPr>
          <p:cNvPr id="175" name="Google Shape;175;p8"/>
          <p:cNvSpPr txBox="1">
            <a:spLocks noGrp="1"/>
          </p:cNvSpPr>
          <p:nvPr>
            <p:ph type="body" idx="1"/>
          </p:nvPr>
        </p:nvSpPr>
        <p:spPr>
          <a:xfrm>
            <a:off x="818712" y="2222287"/>
            <a:ext cx="10554574" cy="3636511"/>
          </a:xfrm>
          <a:prstGeom prst="rect">
            <a:avLst/>
          </a:prstGeom>
          <a:noFill/>
          <a:ln>
            <a:noFill/>
          </a:ln>
          <a:effectLst>
            <a:outerShdw blurRad="50800">
              <a:srgbClr val="000000">
                <a:alpha val="40000"/>
              </a:srgbClr>
            </a:outerShdw>
          </a:effectLst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endParaRPr dirty="0"/>
          </a:p>
        </p:txBody>
      </p:sp>
      <p:sp>
        <p:nvSpPr>
          <p:cNvPr id="3" name="ZoneTexte 2">
            <a:extLst>
              <a:ext uri="{FF2B5EF4-FFF2-40B4-BE49-F238E27FC236}">
                <a16:creationId xmlns:a16="http://schemas.microsoft.com/office/drawing/2014/main" id="{83AD0A22-76B1-DB2A-0FFB-ADF4C35FBB0B}"/>
              </a:ext>
            </a:extLst>
          </p:cNvPr>
          <p:cNvSpPr txBox="1"/>
          <p:nvPr/>
        </p:nvSpPr>
        <p:spPr>
          <a:xfrm>
            <a:off x="6799198" y="2917157"/>
            <a:ext cx="4582800" cy="224676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buSzPts val="1600"/>
            </a:pPr>
            <a:r>
              <a:rPr lang="fr-FR" sz="2000" b="1" i="0" strike="noStrike" cap="none" dirty="0">
                <a:solidFill>
                  <a:schemeClr val="bg1"/>
                </a:solidFill>
                <a:latin typeface="Century Gothic" panose="020B0502020202020204" pitchFamily="34" charset="0"/>
                <a:ea typeface="Century Gothic"/>
                <a:cs typeface="Century Gothic"/>
                <a:sym typeface="Century Gothic"/>
              </a:rPr>
              <a:t>Céréales définies par FAO :</a:t>
            </a:r>
            <a:endParaRPr lang="fr-FR" sz="2000" b="0" i="0" strike="noStrike" cap="none" dirty="0">
              <a:solidFill>
                <a:schemeClr val="bg1"/>
              </a:solidFill>
              <a:latin typeface="Century Gothic" panose="020B0502020202020204" pitchFamily="34" charset="0"/>
              <a:ea typeface="Century Gothic"/>
              <a:cs typeface="Century Gothic"/>
              <a:sym typeface="Century Gothic"/>
            </a:endParaRPr>
          </a:p>
          <a:p>
            <a:pPr>
              <a:buSzPts val="1600"/>
            </a:pPr>
            <a:endParaRPr lang="fr-FR" sz="2000" b="0" i="0" u="none" strike="noStrike" cap="none" dirty="0">
              <a:solidFill>
                <a:schemeClr val="bg1"/>
              </a:solidFill>
              <a:latin typeface="Century Gothic" panose="020B0502020202020204" pitchFamily="34" charset="0"/>
              <a:ea typeface="Century Gothic"/>
              <a:cs typeface="Century Gothic"/>
              <a:sym typeface="Century Gothic"/>
            </a:endParaRPr>
          </a:p>
          <a:p>
            <a:pPr>
              <a:buSzPts val="1600"/>
            </a:pPr>
            <a:r>
              <a:rPr lang="fr-FR" sz="2000" dirty="0">
                <a:solidFill>
                  <a:schemeClr val="bg1"/>
                </a:solidFill>
                <a:latin typeface="Century Gothic" panose="020B0502020202020204" pitchFamily="34" charset="0"/>
                <a:sym typeface="Century Gothic"/>
              </a:rPr>
              <a:t>Blé, Riz (Eq Blanchi), </a:t>
            </a:r>
          </a:p>
          <a:p>
            <a:pPr>
              <a:buSzPts val="1600"/>
            </a:pPr>
            <a:r>
              <a:rPr lang="fr-FR" sz="2000" dirty="0">
                <a:solidFill>
                  <a:schemeClr val="bg1"/>
                </a:solidFill>
                <a:latin typeface="Century Gothic" panose="020B0502020202020204" pitchFamily="34" charset="0"/>
                <a:sym typeface="Century Gothic"/>
              </a:rPr>
              <a:t>Orge, Maïs, </a:t>
            </a:r>
          </a:p>
          <a:p>
            <a:pPr>
              <a:buSzPts val="1600"/>
            </a:pPr>
            <a:r>
              <a:rPr lang="fr-FR" sz="2000" dirty="0">
                <a:solidFill>
                  <a:schemeClr val="bg1"/>
                </a:solidFill>
                <a:latin typeface="Century Gothic" panose="020B0502020202020204" pitchFamily="34" charset="0"/>
                <a:sym typeface="Century Gothic"/>
              </a:rPr>
              <a:t>Seigle, Avoine, </a:t>
            </a:r>
          </a:p>
          <a:p>
            <a:pPr>
              <a:buSzPts val="1600"/>
            </a:pPr>
            <a:r>
              <a:rPr lang="fr-FR" sz="2000" dirty="0">
                <a:solidFill>
                  <a:schemeClr val="bg1"/>
                </a:solidFill>
                <a:latin typeface="Century Gothic" panose="020B0502020202020204" pitchFamily="34" charset="0"/>
                <a:sym typeface="Century Gothic"/>
              </a:rPr>
              <a:t>Millet, Sorgho, </a:t>
            </a:r>
          </a:p>
          <a:p>
            <a:pPr>
              <a:buSzPts val="1600"/>
            </a:pPr>
            <a:r>
              <a:rPr lang="fr-FR" sz="2000" dirty="0">
                <a:solidFill>
                  <a:schemeClr val="bg1"/>
                </a:solidFill>
                <a:latin typeface="Century Gothic" panose="020B0502020202020204" pitchFamily="34" charset="0"/>
                <a:sym typeface="Century Gothic"/>
              </a:rPr>
              <a:t>Céréales, Autres</a:t>
            </a:r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E5B4F85F-F7E3-AEFF-2350-AD9B21EFC476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 smtClean="0"/>
              <a:t>8</a:t>
            </a:fld>
            <a:endParaRPr lang="fr-FR"/>
          </a:p>
        </p:txBody>
      </p:sp>
      <p:pic>
        <p:nvPicPr>
          <p:cNvPr id="5" name="Image 4" descr="Une image contenant texte, capture d’écran, diagramme, Police&#10;&#10;Description générée automatiquement">
            <a:extLst>
              <a:ext uri="{FF2B5EF4-FFF2-40B4-BE49-F238E27FC236}">
                <a16:creationId xmlns:a16="http://schemas.microsoft.com/office/drawing/2014/main" id="{EAFB58AE-A966-F579-D1C5-AB4689B55ED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8712" y="2242342"/>
            <a:ext cx="4795200" cy="35964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Google Shape;181;p9"/>
          <p:cNvSpPr txBox="1">
            <a:spLocks noGrp="1"/>
          </p:cNvSpPr>
          <p:nvPr>
            <p:ph type="title"/>
          </p:nvPr>
        </p:nvSpPr>
        <p:spPr>
          <a:xfrm>
            <a:off x="810000" y="447188"/>
            <a:ext cx="10571998" cy="970450"/>
          </a:xfrm>
          <a:prstGeom prst="rect">
            <a:avLst/>
          </a:prstGeom>
          <a:noFill/>
          <a:ln>
            <a:noFill/>
          </a:ln>
          <a:effectLst>
            <a:outerShdw blurRad="50800">
              <a:srgbClr val="000000">
                <a:alpha val="60000"/>
              </a:srgbClr>
            </a:outerShdw>
          </a:effectLst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EFEFE"/>
              </a:buClr>
              <a:buSzPts val="3200"/>
              <a:buFont typeface="Century Gothic"/>
              <a:buNone/>
            </a:pPr>
            <a:r>
              <a:rPr lang="fr-FR" sz="3200" dirty="0"/>
              <a:t>Top 10 des pays souffrant d’une forte sous-nutrition en 2017 (&gt; 25%)</a:t>
            </a:r>
          </a:p>
        </p:txBody>
      </p:sp>
      <p:sp>
        <p:nvSpPr>
          <p:cNvPr id="182" name="Google Shape;182;p9"/>
          <p:cNvSpPr txBox="1">
            <a:spLocks noGrp="1"/>
          </p:cNvSpPr>
          <p:nvPr>
            <p:ph type="body" idx="1"/>
          </p:nvPr>
        </p:nvSpPr>
        <p:spPr>
          <a:xfrm>
            <a:off x="818712" y="2222287"/>
            <a:ext cx="10554574" cy="3636511"/>
          </a:xfrm>
          <a:prstGeom prst="rect">
            <a:avLst/>
          </a:prstGeom>
          <a:noFill/>
          <a:ln>
            <a:noFill/>
          </a:ln>
          <a:effectLst>
            <a:outerShdw blurRad="50800">
              <a:srgbClr val="000000">
                <a:alpha val="40000"/>
              </a:srgbClr>
            </a:outerShdw>
          </a:effectLst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endParaRPr dirty="0"/>
          </a:p>
        </p:txBody>
      </p:sp>
      <p:pic>
        <p:nvPicPr>
          <p:cNvPr id="7" name="Image 6">
            <a:extLst>
              <a:ext uri="{FF2B5EF4-FFF2-40B4-BE49-F238E27FC236}">
                <a16:creationId xmlns:a16="http://schemas.microsoft.com/office/drawing/2014/main" id="{69321015-DD4B-A2ED-3ADF-91BD74CE1529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810000" y="2242341"/>
            <a:ext cx="4858294" cy="3596400"/>
          </a:xfrm>
          <a:prstGeom prst="rect">
            <a:avLst/>
          </a:prstGeom>
        </p:spPr>
      </p:pic>
      <p:sp>
        <p:nvSpPr>
          <p:cNvPr id="8" name="ZoneTexte 7">
            <a:extLst>
              <a:ext uri="{FF2B5EF4-FFF2-40B4-BE49-F238E27FC236}">
                <a16:creationId xmlns:a16="http://schemas.microsoft.com/office/drawing/2014/main" id="{D7E750A6-B1FC-2B95-08F4-C2D0E48B9D32}"/>
              </a:ext>
            </a:extLst>
          </p:cNvPr>
          <p:cNvSpPr txBox="1"/>
          <p:nvPr/>
        </p:nvSpPr>
        <p:spPr>
          <a:xfrm>
            <a:off x="6790486" y="2917156"/>
            <a:ext cx="4582800" cy="224676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buSzPts val="1600"/>
            </a:pPr>
            <a:r>
              <a:rPr lang="fr-FR" sz="2000" b="1" i="0" strike="noStrike" cap="none" dirty="0">
                <a:solidFill>
                  <a:schemeClr val="bg1"/>
                </a:solidFill>
                <a:latin typeface="Century Gothic" panose="020B0502020202020204" pitchFamily="34" charset="0"/>
                <a:ea typeface="Century Gothic"/>
                <a:cs typeface="Century Gothic"/>
                <a:sym typeface="Century Gothic"/>
              </a:rPr>
              <a:t>Parmi les 10 pays les plus touchés par la sous-alimentation en 2017 :</a:t>
            </a:r>
          </a:p>
          <a:p>
            <a:pPr>
              <a:buSzPts val="1600"/>
            </a:pPr>
            <a:endParaRPr lang="fr-FR" sz="2000" b="0" i="0" u="none" strike="noStrike" cap="none" dirty="0">
              <a:solidFill>
                <a:schemeClr val="bg1"/>
              </a:solidFill>
              <a:latin typeface="Century Gothic" panose="020B0502020202020204" pitchFamily="34" charset="0"/>
              <a:ea typeface="Century Gothic"/>
              <a:cs typeface="Century Gothic"/>
              <a:sym typeface="Century Gothic"/>
            </a:endParaRPr>
          </a:p>
          <a:p>
            <a:pPr>
              <a:buSzPts val="1600"/>
            </a:pPr>
            <a:r>
              <a:rPr lang="fr-FR" sz="2000" dirty="0">
                <a:solidFill>
                  <a:schemeClr val="bg1"/>
                </a:solidFill>
                <a:latin typeface="Century Gothic" panose="020B0502020202020204" pitchFamily="34" charset="0"/>
                <a:sym typeface="Century Gothic"/>
              </a:rPr>
              <a:t>Top10 des pays </a:t>
            </a:r>
            <a:r>
              <a:rPr lang="fr-FR" sz="2000" b="1" dirty="0">
                <a:solidFill>
                  <a:schemeClr val="bg1"/>
                </a:solidFill>
                <a:latin typeface="Century Gothic" panose="020B0502020202020204" pitchFamily="34" charset="0"/>
                <a:sym typeface="Century Gothic"/>
              </a:rPr>
              <a:t>&gt; 25% </a:t>
            </a:r>
            <a:r>
              <a:rPr lang="fr-FR" sz="2000" dirty="0">
                <a:solidFill>
                  <a:schemeClr val="bg1"/>
                </a:solidFill>
                <a:latin typeface="Century Gothic" panose="020B0502020202020204" pitchFamily="34" charset="0"/>
                <a:sym typeface="Century Gothic"/>
              </a:rPr>
              <a:t>sous-nutrition</a:t>
            </a:r>
          </a:p>
          <a:p>
            <a:pPr>
              <a:buSzPts val="1600"/>
            </a:pPr>
            <a:endParaRPr lang="fr-FR" sz="2000" dirty="0">
              <a:solidFill>
                <a:schemeClr val="bg1"/>
              </a:solidFill>
              <a:latin typeface="Century Gothic" panose="020B0502020202020204" pitchFamily="34" charset="0"/>
              <a:sym typeface="Century Gothic"/>
            </a:endParaRPr>
          </a:p>
          <a:p>
            <a:pPr algn="ctr">
              <a:buSzPts val="1600"/>
            </a:pPr>
            <a:r>
              <a:rPr lang="fr-FR" sz="2000" dirty="0">
                <a:solidFill>
                  <a:schemeClr val="bg1"/>
                </a:solidFill>
                <a:latin typeface="Century Gothic" panose="020B0502020202020204" pitchFamily="34" charset="0"/>
                <a:sym typeface="Century Gothic"/>
              </a:rPr>
              <a:t>Haïti : </a:t>
            </a:r>
            <a:r>
              <a:rPr lang="fr-FR" sz="2000" b="1" dirty="0">
                <a:solidFill>
                  <a:schemeClr val="bg1"/>
                </a:solidFill>
                <a:latin typeface="Century Gothic" panose="020B0502020202020204" pitchFamily="34" charset="0"/>
                <a:sym typeface="Century Gothic"/>
              </a:rPr>
              <a:t>+- 50% </a:t>
            </a:r>
          </a:p>
          <a:p>
            <a:pPr algn="ctr">
              <a:buSzPts val="1600"/>
            </a:pPr>
            <a:r>
              <a:rPr lang="fr-FR" sz="2000" dirty="0">
                <a:solidFill>
                  <a:schemeClr val="bg1"/>
                </a:solidFill>
                <a:latin typeface="Century Gothic" panose="020B0502020202020204" pitchFamily="34" charset="0"/>
                <a:sym typeface="Century Gothic"/>
              </a:rPr>
              <a:t>Afghanistan : </a:t>
            </a:r>
            <a:r>
              <a:rPr lang="fr-FR" sz="2000" b="1" dirty="0">
                <a:solidFill>
                  <a:schemeClr val="bg1"/>
                </a:solidFill>
                <a:latin typeface="Century Gothic" panose="020B0502020202020204" pitchFamily="34" charset="0"/>
                <a:sym typeface="Century Gothic"/>
              </a:rPr>
              <a:t>+- 30%</a:t>
            </a:r>
          </a:p>
        </p:txBody>
      </p:sp>
      <p:sp>
        <p:nvSpPr>
          <p:cNvPr id="4" name="ZoneTexte 3">
            <a:extLst>
              <a:ext uri="{FF2B5EF4-FFF2-40B4-BE49-F238E27FC236}">
                <a16:creationId xmlns:a16="http://schemas.microsoft.com/office/drawing/2014/main" id="{565EAA70-5D4B-0255-5D8A-D89821EB73CA}"/>
              </a:ext>
            </a:extLst>
          </p:cNvPr>
          <p:cNvSpPr txBox="1"/>
          <p:nvPr/>
        </p:nvSpPr>
        <p:spPr>
          <a:xfrm>
            <a:off x="818711" y="6041480"/>
            <a:ext cx="643038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buSzPts val="1600"/>
            </a:pPr>
            <a:r>
              <a:rPr lang="fr-FR" sz="1200" dirty="0">
                <a:solidFill>
                  <a:schemeClr val="bg1"/>
                </a:solidFill>
                <a:latin typeface="Century Gothic" panose="020B0502020202020204" pitchFamily="34" charset="0"/>
                <a:sym typeface="Century Gothic"/>
              </a:rPr>
              <a:t>*PRK : République populaire démocratique de Corée</a:t>
            </a:r>
            <a:r>
              <a:rPr lang="fr-FR" sz="1800" dirty="0">
                <a:solidFill>
                  <a:schemeClr val="bg1"/>
                </a:solidFill>
                <a:latin typeface="Century Gothic" panose="020B0502020202020204" pitchFamily="34" charset="0"/>
                <a:sym typeface="Century Gothic"/>
              </a:rPr>
              <a:t> </a:t>
            </a:r>
          </a:p>
        </p:txBody>
      </p:sp>
      <p:sp>
        <p:nvSpPr>
          <p:cNvPr id="3" name="Espace réservé du numéro de diapositive 2">
            <a:extLst>
              <a:ext uri="{FF2B5EF4-FFF2-40B4-BE49-F238E27FC236}">
                <a16:creationId xmlns:a16="http://schemas.microsoft.com/office/drawing/2014/main" id="{2E04F709-D5BC-B88C-C9CD-7CD0438DCC84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 smtClean="0"/>
              <a:t>9</a:t>
            </a:fld>
            <a:endParaRPr lang="fr-FR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" name="Google Shape;188;p10"/>
          <p:cNvSpPr txBox="1">
            <a:spLocks noGrp="1"/>
          </p:cNvSpPr>
          <p:nvPr>
            <p:ph type="title"/>
          </p:nvPr>
        </p:nvSpPr>
        <p:spPr>
          <a:xfrm>
            <a:off x="810000" y="447188"/>
            <a:ext cx="10571998" cy="970450"/>
          </a:xfrm>
          <a:prstGeom prst="rect">
            <a:avLst/>
          </a:prstGeom>
          <a:noFill/>
          <a:ln>
            <a:noFill/>
          </a:ln>
          <a:effectLst>
            <a:outerShdw blurRad="50800">
              <a:srgbClr val="000000">
                <a:alpha val="60000"/>
              </a:srgbClr>
            </a:outerShdw>
          </a:effectLst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EFEFE"/>
              </a:buClr>
              <a:buSzPts val="3200"/>
              <a:buFont typeface="Century Gothic"/>
              <a:buNone/>
            </a:pPr>
            <a:r>
              <a:rPr lang="fr-FR" sz="3200" dirty="0"/>
              <a:t>Top 10 principaux bénéficiaires d’aide alimentaire entre 2013 et 2016</a:t>
            </a:r>
            <a:endParaRPr dirty="0"/>
          </a:p>
        </p:txBody>
      </p:sp>
      <p:sp>
        <p:nvSpPr>
          <p:cNvPr id="189" name="Google Shape;189;p10"/>
          <p:cNvSpPr txBox="1">
            <a:spLocks noGrp="1"/>
          </p:cNvSpPr>
          <p:nvPr>
            <p:ph type="body" idx="1"/>
          </p:nvPr>
        </p:nvSpPr>
        <p:spPr>
          <a:xfrm>
            <a:off x="818712" y="2222287"/>
            <a:ext cx="10554574" cy="3636511"/>
          </a:xfrm>
          <a:prstGeom prst="rect">
            <a:avLst/>
          </a:prstGeom>
          <a:noFill/>
          <a:ln>
            <a:noFill/>
          </a:ln>
          <a:effectLst>
            <a:outerShdw blurRad="50800">
              <a:srgbClr val="000000">
                <a:alpha val="40000"/>
              </a:srgbClr>
            </a:outerShdw>
          </a:effectLst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endParaRPr dirty="0"/>
          </a:p>
        </p:txBody>
      </p:sp>
      <p:sp>
        <p:nvSpPr>
          <p:cNvPr id="5" name="ZoneTexte 4">
            <a:extLst>
              <a:ext uri="{FF2B5EF4-FFF2-40B4-BE49-F238E27FC236}">
                <a16:creationId xmlns:a16="http://schemas.microsoft.com/office/drawing/2014/main" id="{43EBF092-DA13-0F60-A2A7-DC2E2C3F4DD0}"/>
              </a:ext>
            </a:extLst>
          </p:cNvPr>
          <p:cNvSpPr txBox="1"/>
          <p:nvPr/>
        </p:nvSpPr>
        <p:spPr>
          <a:xfrm>
            <a:off x="6799198" y="2301604"/>
            <a:ext cx="4582800" cy="34778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buSzPts val="1600"/>
            </a:pPr>
            <a:r>
              <a:rPr lang="fr-FR" sz="2000" b="1" dirty="0">
                <a:solidFill>
                  <a:schemeClr val="bg1"/>
                </a:solidFill>
                <a:latin typeface="Century Gothic" panose="020B0502020202020204" pitchFamily="34" charset="0"/>
                <a:ea typeface="Century Gothic"/>
                <a:cs typeface="Century Gothic"/>
                <a:sym typeface="Century Gothic"/>
              </a:rPr>
              <a:t>Bénéfice d’aide alimentaire parmi les Top10 bénéficiaires entre 2013 et 2016 :</a:t>
            </a:r>
          </a:p>
          <a:p>
            <a:pPr>
              <a:buSzPts val="1600"/>
            </a:pPr>
            <a:endParaRPr lang="fr-FR" sz="2000" b="1" dirty="0">
              <a:solidFill>
                <a:schemeClr val="bg1"/>
              </a:solidFill>
              <a:latin typeface="Century Gothic" panose="020B0502020202020204" pitchFamily="34" charset="0"/>
              <a:sym typeface="Century Gothic"/>
            </a:endParaRPr>
          </a:p>
          <a:p>
            <a:pPr>
              <a:buSzPts val="1600"/>
            </a:pPr>
            <a:r>
              <a:rPr lang="fr-FR" sz="2000" dirty="0">
                <a:solidFill>
                  <a:schemeClr val="bg1"/>
                </a:solidFill>
                <a:latin typeface="Century Gothic" panose="020B0502020202020204" pitchFamily="34" charset="0"/>
                <a:sym typeface="Century Gothic"/>
              </a:rPr>
              <a:t>Pays bénéficiant le plus d’aide est </a:t>
            </a:r>
            <a:r>
              <a:rPr lang="fr-FR" sz="2000" b="1" dirty="0">
                <a:solidFill>
                  <a:schemeClr val="bg1"/>
                </a:solidFill>
                <a:latin typeface="Century Gothic" panose="020B0502020202020204" pitchFamily="34" charset="0"/>
                <a:sym typeface="Century Gothic"/>
              </a:rPr>
              <a:t>République arabe syrienne </a:t>
            </a:r>
            <a:r>
              <a:rPr lang="fr-FR" sz="2000" dirty="0">
                <a:solidFill>
                  <a:schemeClr val="bg1"/>
                </a:solidFill>
                <a:latin typeface="Century Gothic" panose="020B0502020202020204" pitchFamily="34" charset="0"/>
                <a:sym typeface="Century Gothic"/>
              </a:rPr>
              <a:t>:</a:t>
            </a:r>
          </a:p>
          <a:p>
            <a:pPr algn="ctr">
              <a:buSzPts val="1600"/>
            </a:pPr>
            <a:r>
              <a:rPr lang="fr-FR" sz="2000" b="1" dirty="0">
                <a:solidFill>
                  <a:schemeClr val="bg1"/>
                </a:solidFill>
                <a:latin typeface="Century Gothic" panose="020B0502020202020204" pitchFamily="34" charset="0"/>
                <a:sym typeface="Century Gothic"/>
              </a:rPr>
              <a:t>1,8 Milliards (tonnes)</a:t>
            </a:r>
          </a:p>
          <a:p>
            <a:pPr>
              <a:buSzPts val="1600"/>
            </a:pPr>
            <a:endParaRPr lang="fr-FR" sz="2000" dirty="0">
              <a:solidFill>
                <a:schemeClr val="bg1"/>
              </a:solidFill>
              <a:latin typeface="Century Gothic" panose="020B0502020202020204" pitchFamily="34" charset="0"/>
              <a:sym typeface="Century Gothic"/>
            </a:endParaRPr>
          </a:p>
          <a:p>
            <a:pPr>
              <a:buSzPts val="1600"/>
            </a:pPr>
            <a:r>
              <a:rPr lang="fr-FR" sz="2000" dirty="0">
                <a:solidFill>
                  <a:schemeClr val="bg1"/>
                </a:solidFill>
                <a:latin typeface="Century Gothic" panose="020B0502020202020204" pitchFamily="34" charset="0"/>
                <a:sym typeface="Century Gothic"/>
              </a:rPr>
              <a:t>Pays bénéficiant le moins d’aide est </a:t>
            </a:r>
            <a:r>
              <a:rPr lang="fr-FR" sz="2000" b="1" dirty="0">
                <a:solidFill>
                  <a:schemeClr val="bg1"/>
                </a:solidFill>
                <a:latin typeface="Century Gothic" panose="020B0502020202020204" pitchFamily="34" charset="0"/>
                <a:sym typeface="Century Gothic"/>
              </a:rPr>
              <a:t>Niger</a:t>
            </a:r>
            <a:r>
              <a:rPr lang="fr-FR" sz="2000" dirty="0">
                <a:solidFill>
                  <a:schemeClr val="bg1"/>
                </a:solidFill>
                <a:latin typeface="Century Gothic" panose="020B0502020202020204" pitchFamily="34" charset="0"/>
                <a:sym typeface="Century Gothic"/>
              </a:rPr>
              <a:t> : </a:t>
            </a:r>
          </a:p>
          <a:p>
            <a:pPr algn="ctr">
              <a:buSzPts val="1600"/>
            </a:pPr>
            <a:r>
              <a:rPr lang="fr-FR" sz="2000" b="1" dirty="0">
                <a:solidFill>
                  <a:schemeClr val="bg1"/>
                </a:solidFill>
                <a:latin typeface="Century Gothic" panose="020B0502020202020204" pitchFamily="34" charset="0"/>
                <a:sym typeface="Century Gothic"/>
              </a:rPr>
              <a:t>276,3 Millions (tonnes)</a:t>
            </a:r>
          </a:p>
        </p:txBody>
      </p:sp>
      <p:sp>
        <p:nvSpPr>
          <p:cNvPr id="9" name="ZoneTexte 8">
            <a:extLst>
              <a:ext uri="{FF2B5EF4-FFF2-40B4-BE49-F238E27FC236}">
                <a16:creationId xmlns:a16="http://schemas.microsoft.com/office/drawing/2014/main" id="{0EBFCB8E-A684-565D-A85A-2C3730D4A753}"/>
              </a:ext>
            </a:extLst>
          </p:cNvPr>
          <p:cNvSpPr txBox="1"/>
          <p:nvPr/>
        </p:nvSpPr>
        <p:spPr>
          <a:xfrm>
            <a:off x="818712" y="6041480"/>
            <a:ext cx="45828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buSzPts val="1600"/>
            </a:pPr>
            <a:r>
              <a:rPr lang="fr-FR" sz="1200" dirty="0">
                <a:solidFill>
                  <a:schemeClr val="bg1"/>
                </a:solidFill>
                <a:latin typeface="Century Gothic" panose="020B0502020202020204" pitchFamily="34" charset="0"/>
                <a:sym typeface="Century Gothic"/>
              </a:rPr>
              <a:t>*CD : République démocratique du Congo</a:t>
            </a:r>
          </a:p>
          <a:p>
            <a:pPr>
              <a:buSzPts val="1600"/>
            </a:pPr>
            <a:r>
              <a:rPr lang="fr-FR" sz="1200" dirty="0">
                <a:solidFill>
                  <a:schemeClr val="bg1"/>
                </a:solidFill>
                <a:latin typeface="Century Gothic" panose="020B0502020202020204" pitchFamily="34" charset="0"/>
                <a:sym typeface="Century Gothic"/>
              </a:rPr>
              <a:t>*SYR : République arabe syrienne</a:t>
            </a:r>
          </a:p>
        </p:txBody>
      </p:sp>
      <p:sp>
        <p:nvSpPr>
          <p:cNvPr id="3" name="Espace réservé du numéro de diapositive 2">
            <a:extLst>
              <a:ext uri="{FF2B5EF4-FFF2-40B4-BE49-F238E27FC236}">
                <a16:creationId xmlns:a16="http://schemas.microsoft.com/office/drawing/2014/main" id="{7DCF126D-E3CA-9E0D-941A-DE6ED0DA96ED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 smtClean="0"/>
              <a:t>10</a:t>
            </a:fld>
            <a:endParaRPr lang="fr-FR"/>
          </a:p>
        </p:txBody>
      </p:sp>
      <p:pic>
        <p:nvPicPr>
          <p:cNvPr id="6" name="Image 5" descr="Une image contenant texte, capture d’écran, Police, nombre&#10;&#10;Description générée automatiquement">
            <a:extLst>
              <a:ext uri="{FF2B5EF4-FFF2-40B4-BE49-F238E27FC236}">
                <a16:creationId xmlns:a16="http://schemas.microsoft.com/office/drawing/2014/main" id="{1208D1FD-C497-4CC3-9975-31B30E5C87D1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4420"/>
          <a:stretch/>
        </p:blipFill>
        <p:spPr>
          <a:xfrm>
            <a:off x="810000" y="2242342"/>
            <a:ext cx="5531375" cy="35964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" name="Google Shape;195;g2233f607d43_0_0"/>
          <p:cNvSpPr txBox="1">
            <a:spLocks noGrp="1"/>
          </p:cNvSpPr>
          <p:nvPr>
            <p:ph type="title"/>
          </p:nvPr>
        </p:nvSpPr>
        <p:spPr>
          <a:xfrm>
            <a:off x="810000" y="447188"/>
            <a:ext cx="10572000" cy="970500"/>
          </a:xfrm>
          <a:prstGeom prst="rect">
            <a:avLst/>
          </a:prstGeom>
          <a:noFill/>
          <a:ln>
            <a:noFill/>
          </a:ln>
          <a:effectLst>
            <a:outerShdw blurRad="50800">
              <a:srgbClr val="000000">
                <a:alpha val="60000"/>
              </a:srgbClr>
            </a:outerShdw>
          </a:effectLst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EFEFE"/>
              </a:buClr>
              <a:buSzPts val="3200"/>
              <a:buFont typeface="Century Gothic"/>
              <a:buNone/>
            </a:pPr>
            <a:r>
              <a:rPr lang="fr-FR" sz="3200" dirty="0"/>
              <a:t>Diminution de l’aide alimentaire pour les 5 principaux bénéficiaires entre 2013 et 2016</a:t>
            </a:r>
            <a:endParaRPr dirty="0"/>
          </a:p>
        </p:txBody>
      </p:sp>
      <p:sp>
        <p:nvSpPr>
          <p:cNvPr id="196" name="Google Shape;196;g2233f607d43_0_0"/>
          <p:cNvSpPr txBox="1">
            <a:spLocks noGrp="1"/>
          </p:cNvSpPr>
          <p:nvPr>
            <p:ph type="body" idx="1"/>
          </p:nvPr>
        </p:nvSpPr>
        <p:spPr>
          <a:xfrm>
            <a:off x="818712" y="2222287"/>
            <a:ext cx="10554600" cy="3636600"/>
          </a:xfrm>
          <a:prstGeom prst="rect">
            <a:avLst/>
          </a:prstGeom>
          <a:noFill/>
          <a:ln>
            <a:noFill/>
          </a:ln>
          <a:effectLst>
            <a:outerShdw blurRad="50800">
              <a:srgbClr val="000000">
                <a:alpha val="40000"/>
              </a:srgbClr>
            </a:outerShdw>
          </a:effectLst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endParaRPr dirty="0"/>
          </a:p>
        </p:txBody>
      </p:sp>
      <p:sp>
        <p:nvSpPr>
          <p:cNvPr id="5" name="ZoneTexte 4">
            <a:extLst>
              <a:ext uri="{FF2B5EF4-FFF2-40B4-BE49-F238E27FC236}">
                <a16:creationId xmlns:a16="http://schemas.microsoft.com/office/drawing/2014/main" id="{50750C04-172D-9F57-A05F-BDD5FC722896}"/>
              </a:ext>
            </a:extLst>
          </p:cNvPr>
          <p:cNvSpPr txBox="1"/>
          <p:nvPr/>
        </p:nvSpPr>
        <p:spPr>
          <a:xfrm>
            <a:off x="6790488" y="2301649"/>
            <a:ext cx="4582800" cy="34778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buSzPts val="1600"/>
            </a:pPr>
            <a:r>
              <a:rPr lang="fr-FR" sz="2000" b="1" dirty="0">
                <a:solidFill>
                  <a:schemeClr val="bg1"/>
                </a:solidFill>
                <a:latin typeface="Century Gothic" panose="020B0502020202020204" pitchFamily="34" charset="0"/>
                <a:ea typeface="Century Gothic"/>
                <a:cs typeface="Century Gothic"/>
                <a:sym typeface="Century Gothic"/>
              </a:rPr>
              <a:t>Évolution de l’aide alimentaire entre 2013 et 2016 :</a:t>
            </a:r>
          </a:p>
          <a:p>
            <a:pPr>
              <a:buSzPts val="1600"/>
            </a:pPr>
            <a:endParaRPr lang="fr-FR" sz="2000" b="0" i="0" u="none" strike="noStrike" cap="none" dirty="0">
              <a:solidFill>
                <a:schemeClr val="bg1"/>
              </a:solidFill>
              <a:latin typeface="Century Gothic" panose="020B0502020202020204" pitchFamily="34" charset="0"/>
              <a:ea typeface="Century Gothic"/>
              <a:cs typeface="Century Gothic"/>
              <a:sym typeface="Century Gothic"/>
            </a:endParaRPr>
          </a:p>
          <a:p>
            <a:pPr>
              <a:buSzPts val="1600"/>
            </a:pPr>
            <a:r>
              <a:rPr lang="fr-FR" sz="2000" dirty="0">
                <a:solidFill>
                  <a:schemeClr val="bg1"/>
                </a:solidFill>
                <a:latin typeface="Century Gothic" panose="020B0502020202020204" pitchFamily="34" charset="0"/>
                <a:sym typeface="Century Gothic"/>
              </a:rPr>
              <a:t>En diminution pour :</a:t>
            </a:r>
          </a:p>
          <a:p>
            <a:pPr algn="ctr">
              <a:buSzPts val="1600"/>
            </a:pPr>
            <a:r>
              <a:rPr lang="fr-FR" sz="2000" b="1" dirty="0">
                <a:solidFill>
                  <a:schemeClr val="bg1"/>
                </a:solidFill>
                <a:latin typeface="Century Gothic" panose="020B0502020202020204" pitchFamily="34" charset="0"/>
                <a:sym typeface="Century Gothic"/>
              </a:rPr>
              <a:t>République arabe syrienne </a:t>
            </a:r>
          </a:p>
          <a:p>
            <a:pPr algn="ctr">
              <a:buSzPts val="1600"/>
            </a:pPr>
            <a:r>
              <a:rPr lang="fr-FR" sz="2000" b="1" dirty="0">
                <a:solidFill>
                  <a:schemeClr val="bg1"/>
                </a:solidFill>
                <a:latin typeface="Century Gothic" panose="020B0502020202020204" pitchFamily="34" charset="0"/>
                <a:sym typeface="Century Gothic"/>
              </a:rPr>
              <a:t>Ethiopie</a:t>
            </a:r>
          </a:p>
          <a:p>
            <a:pPr algn="ctr">
              <a:buSzPts val="1600"/>
            </a:pPr>
            <a:r>
              <a:rPr lang="fr-FR" sz="2000" b="1" dirty="0">
                <a:solidFill>
                  <a:schemeClr val="bg1"/>
                </a:solidFill>
                <a:latin typeface="Century Gothic" panose="020B0502020202020204" pitchFamily="34" charset="0"/>
                <a:sym typeface="Century Gothic"/>
              </a:rPr>
              <a:t>Soudan</a:t>
            </a:r>
          </a:p>
          <a:p>
            <a:pPr algn="ctr">
              <a:buSzPts val="1600"/>
            </a:pPr>
            <a:r>
              <a:rPr lang="fr-FR" sz="2000" b="1" dirty="0">
                <a:solidFill>
                  <a:schemeClr val="bg1"/>
                </a:solidFill>
                <a:latin typeface="Century Gothic" panose="020B0502020202020204" pitchFamily="34" charset="0"/>
                <a:sym typeface="Century Gothic"/>
              </a:rPr>
              <a:t>Soudan du Sud</a:t>
            </a:r>
          </a:p>
          <a:p>
            <a:pPr>
              <a:buSzPts val="1600"/>
            </a:pPr>
            <a:endParaRPr lang="fr-FR" sz="2000" dirty="0">
              <a:solidFill>
                <a:schemeClr val="bg1"/>
              </a:solidFill>
              <a:latin typeface="Century Gothic" panose="020B0502020202020204" pitchFamily="34" charset="0"/>
              <a:sym typeface="Century Gothic"/>
            </a:endParaRPr>
          </a:p>
          <a:p>
            <a:pPr>
              <a:buSzPts val="1600"/>
            </a:pPr>
            <a:r>
              <a:rPr lang="fr-FR" sz="2000" dirty="0">
                <a:solidFill>
                  <a:schemeClr val="bg1"/>
                </a:solidFill>
                <a:latin typeface="Century Gothic" panose="020B0502020202020204" pitchFamily="34" charset="0"/>
                <a:sym typeface="Century Gothic"/>
              </a:rPr>
              <a:t>En croissance pour :</a:t>
            </a:r>
          </a:p>
          <a:p>
            <a:pPr algn="ctr">
              <a:buSzPts val="1600"/>
            </a:pPr>
            <a:r>
              <a:rPr lang="fr-FR" sz="2000" b="1" dirty="0">
                <a:solidFill>
                  <a:schemeClr val="bg1"/>
                </a:solidFill>
                <a:latin typeface="Century Gothic" panose="020B0502020202020204" pitchFamily="34" charset="0"/>
                <a:sym typeface="Century Gothic"/>
              </a:rPr>
              <a:t>Yémen</a:t>
            </a:r>
            <a:endParaRPr lang="fr-FR" sz="2000" dirty="0">
              <a:solidFill>
                <a:schemeClr val="bg1"/>
              </a:solidFill>
              <a:latin typeface="Century Gothic" panose="020B0502020202020204" pitchFamily="34" charset="0"/>
              <a:sym typeface="Century Gothic"/>
            </a:endParaRPr>
          </a:p>
        </p:txBody>
      </p:sp>
      <p:sp>
        <p:nvSpPr>
          <p:cNvPr id="3" name="Espace réservé du numéro de diapositive 2">
            <a:extLst>
              <a:ext uri="{FF2B5EF4-FFF2-40B4-BE49-F238E27FC236}">
                <a16:creationId xmlns:a16="http://schemas.microsoft.com/office/drawing/2014/main" id="{B797C171-3E95-7F3B-68A3-27650161DD47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 smtClean="0"/>
              <a:t>11</a:t>
            </a:fld>
            <a:endParaRPr lang="fr-FR"/>
          </a:p>
        </p:txBody>
      </p:sp>
      <p:pic>
        <p:nvPicPr>
          <p:cNvPr id="6" name="Image 5" descr="Une image contenant texte, ligne, diagramme, Tracé&#10;&#10;Description générée automatiquement">
            <a:extLst>
              <a:ext uri="{FF2B5EF4-FFF2-40B4-BE49-F238E27FC236}">
                <a16:creationId xmlns:a16="http://schemas.microsoft.com/office/drawing/2014/main" id="{6EB6D3A3-BACB-A667-890D-7BDF47722AA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8688" y="2242387"/>
            <a:ext cx="4854999" cy="3596400"/>
          </a:xfrm>
          <a:prstGeom prst="rect">
            <a:avLst/>
          </a:prstGeom>
        </p:spPr>
      </p:pic>
      <p:sp>
        <p:nvSpPr>
          <p:cNvPr id="8" name="ZoneTexte 7">
            <a:extLst>
              <a:ext uri="{FF2B5EF4-FFF2-40B4-BE49-F238E27FC236}">
                <a16:creationId xmlns:a16="http://schemas.microsoft.com/office/drawing/2014/main" id="{5307B634-2206-275F-D4B3-6AF7A3DDC57E}"/>
              </a:ext>
            </a:extLst>
          </p:cNvPr>
          <p:cNvSpPr txBox="1"/>
          <p:nvPr/>
        </p:nvSpPr>
        <p:spPr>
          <a:xfrm>
            <a:off x="818712" y="6041480"/>
            <a:ext cx="458280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buSzPts val="1600"/>
            </a:pPr>
            <a:r>
              <a:rPr lang="fr-FR" sz="1200" dirty="0">
                <a:solidFill>
                  <a:schemeClr val="bg1"/>
                </a:solidFill>
                <a:latin typeface="Century Gothic" panose="020B0502020202020204" pitchFamily="34" charset="0"/>
                <a:sym typeface="Century Gothic"/>
              </a:rPr>
              <a:t>*SYR : République arabe syrienne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" name="Google Shape;202;p11"/>
          <p:cNvSpPr txBox="1">
            <a:spLocks noGrp="1"/>
          </p:cNvSpPr>
          <p:nvPr>
            <p:ph type="title"/>
          </p:nvPr>
        </p:nvSpPr>
        <p:spPr>
          <a:xfrm>
            <a:off x="810000" y="447188"/>
            <a:ext cx="10571998" cy="970450"/>
          </a:xfrm>
          <a:prstGeom prst="rect">
            <a:avLst/>
          </a:prstGeom>
          <a:noFill/>
          <a:ln>
            <a:noFill/>
          </a:ln>
          <a:effectLst>
            <a:outerShdw blurRad="50800">
              <a:srgbClr val="000000">
                <a:alpha val="60000"/>
              </a:srgbClr>
            </a:outerShdw>
          </a:effectLst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EFEFE"/>
              </a:buClr>
              <a:buSzPts val="3200"/>
              <a:buFont typeface="Century Gothic"/>
              <a:buNone/>
            </a:pPr>
            <a:r>
              <a:rPr lang="fr-FR" sz="3200" dirty="0"/>
              <a:t>Top 10 des pays avec la plus forte disponibilité alimentaire par habitant</a:t>
            </a:r>
            <a:endParaRPr sz="3200" dirty="0"/>
          </a:p>
        </p:txBody>
      </p:sp>
      <p:sp>
        <p:nvSpPr>
          <p:cNvPr id="203" name="Google Shape;203;p11"/>
          <p:cNvSpPr txBox="1">
            <a:spLocks noGrp="1"/>
          </p:cNvSpPr>
          <p:nvPr>
            <p:ph type="body" idx="1"/>
          </p:nvPr>
        </p:nvSpPr>
        <p:spPr>
          <a:xfrm>
            <a:off x="818712" y="2222287"/>
            <a:ext cx="10554574" cy="3636511"/>
          </a:xfrm>
          <a:prstGeom prst="rect">
            <a:avLst/>
          </a:prstGeom>
          <a:noFill/>
          <a:ln>
            <a:noFill/>
          </a:ln>
          <a:effectLst>
            <a:outerShdw blurRad="50800">
              <a:srgbClr val="000000">
                <a:alpha val="40000"/>
              </a:srgbClr>
            </a:outerShdw>
          </a:effectLst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endParaRPr/>
          </a:p>
        </p:txBody>
      </p:sp>
      <p:sp>
        <p:nvSpPr>
          <p:cNvPr id="4" name="ZoneTexte 3">
            <a:extLst>
              <a:ext uri="{FF2B5EF4-FFF2-40B4-BE49-F238E27FC236}">
                <a16:creationId xmlns:a16="http://schemas.microsoft.com/office/drawing/2014/main" id="{F13AAD10-8F12-A509-D976-4E9FEE9CB34A}"/>
              </a:ext>
            </a:extLst>
          </p:cNvPr>
          <p:cNvSpPr txBox="1"/>
          <p:nvPr/>
        </p:nvSpPr>
        <p:spPr>
          <a:xfrm>
            <a:off x="6790486" y="2455492"/>
            <a:ext cx="4582800" cy="31700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buSzPts val="1600"/>
            </a:pPr>
            <a:r>
              <a:rPr lang="fr-FR" sz="2000" b="1" dirty="0">
                <a:solidFill>
                  <a:schemeClr val="bg1"/>
                </a:solidFill>
                <a:latin typeface="Century Gothic" panose="020B0502020202020204" pitchFamily="34" charset="0"/>
                <a:ea typeface="Century Gothic"/>
                <a:cs typeface="Century Gothic"/>
                <a:sym typeface="Century Gothic"/>
              </a:rPr>
              <a:t>Disponibilité par habitant par jour :</a:t>
            </a:r>
          </a:p>
          <a:p>
            <a:pPr>
              <a:buSzPts val="1600"/>
            </a:pPr>
            <a:endParaRPr lang="fr-FR" sz="2000" b="0" i="0" u="none" strike="noStrike" cap="none" dirty="0">
              <a:solidFill>
                <a:schemeClr val="bg1"/>
              </a:solidFill>
              <a:latin typeface="Century Gothic" panose="020B0502020202020204" pitchFamily="34" charset="0"/>
              <a:ea typeface="Century Gothic"/>
              <a:cs typeface="Century Gothic"/>
              <a:sym typeface="Century Gothic"/>
            </a:endParaRPr>
          </a:p>
          <a:p>
            <a:pPr>
              <a:buSzPts val="1600"/>
            </a:pPr>
            <a:r>
              <a:rPr lang="fr-FR" sz="2000" dirty="0">
                <a:solidFill>
                  <a:schemeClr val="bg1"/>
                </a:solidFill>
                <a:latin typeface="Century Gothic" panose="020B0502020202020204" pitchFamily="34" charset="0"/>
                <a:sym typeface="Century Gothic"/>
              </a:rPr>
              <a:t>La plus élevée :</a:t>
            </a:r>
          </a:p>
          <a:p>
            <a:pPr algn="ctr">
              <a:buSzPts val="1600"/>
            </a:pPr>
            <a:r>
              <a:rPr lang="fr-FR" sz="2000" b="1" dirty="0">
                <a:solidFill>
                  <a:schemeClr val="bg1"/>
                </a:solidFill>
                <a:latin typeface="Century Gothic" panose="020B0502020202020204" pitchFamily="34" charset="0"/>
                <a:sym typeface="Century Gothic"/>
              </a:rPr>
              <a:t>Autriche</a:t>
            </a:r>
            <a:r>
              <a:rPr lang="fr-FR" sz="2000" dirty="0">
                <a:solidFill>
                  <a:schemeClr val="bg1"/>
                </a:solidFill>
                <a:latin typeface="Century Gothic" panose="020B0502020202020204" pitchFamily="34" charset="0"/>
                <a:sym typeface="Century Gothic"/>
              </a:rPr>
              <a:t> : 3 770 Kcal/hab./jour</a:t>
            </a:r>
          </a:p>
          <a:p>
            <a:pPr>
              <a:buSzPts val="1600"/>
            </a:pPr>
            <a:endParaRPr lang="fr-FR" sz="2000" dirty="0">
              <a:solidFill>
                <a:schemeClr val="bg1"/>
              </a:solidFill>
              <a:latin typeface="Century Gothic" panose="020B0502020202020204" pitchFamily="34" charset="0"/>
              <a:sym typeface="Century Gothic"/>
            </a:endParaRPr>
          </a:p>
          <a:p>
            <a:pPr>
              <a:buSzPts val="1600"/>
            </a:pPr>
            <a:r>
              <a:rPr lang="fr-FR" sz="2000" dirty="0">
                <a:solidFill>
                  <a:schemeClr val="bg1"/>
                </a:solidFill>
                <a:latin typeface="Century Gothic" panose="020B0502020202020204" pitchFamily="34" charset="0"/>
                <a:sym typeface="Century Gothic"/>
              </a:rPr>
              <a:t>La moins élevée :</a:t>
            </a:r>
          </a:p>
          <a:p>
            <a:pPr algn="ctr">
              <a:buSzPts val="1600"/>
            </a:pPr>
            <a:r>
              <a:rPr lang="fr-FR" sz="2000" b="1" dirty="0">
                <a:solidFill>
                  <a:schemeClr val="bg1"/>
                </a:solidFill>
                <a:latin typeface="Century Gothic" panose="020B0502020202020204" pitchFamily="34" charset="0"/>
                <a:sym typeface="Century Gothic"/>
              </a:rPr>
              <a:t>Allemagne</a:t>
            </a:r>
            <a:r>
              <a:rPr lang="fr-FR" sz="2000" dirty="0">
                <a:solidFill>
                  <a:schemeClr val="bg1"/>
                </a:solidFill>
                <a:latin typeface="Century Gothic" panose="020B0502020202020204" pitchFamily="34" charset="0"/>
                <a:sym typeface="Century Gothic"/>
              </a:rPr>
              <a:t> : 3 503 Kcal/hab./jour </a:t>
            </a:r>
          </a:p>
          <a:p>
            <a:pPr algn="ctr">
              <a:buSzPts val="1600"/>
            </a:pPr>
            <a:endParaRPr lang="fr-FR" sz="2000" dirty="0">
              <a:solidFill>
                <a:schemeClr val="bg1"/>
              </a:solidFill>
              <a:latin typeface="Century Gothic" panose="020B0502020202020204" pitchFamily="34" charset="0"/>
              <a:sym typeface="Wingdings" panose="05000000000000000000" pitchFamily="2" charset="2"/>
            </a:endParaRPr>
          </a:p>
          <a:p>
            <a:pPr>
              <a:buSzPts val="1600"/>
            </a:pPr>
            <a:r>
              <a:rPr lang="fr-FR" sz="1800" dirty="0">
                <a:solidFill>
                  <a:schemeClr val="bg1"/>
                </a:solidFill>
                <a:latin typeface="Century Gothic" panose="020B0502020202020204" pitchFamily="34" charset="0"/>
                <a:sym typeface="Wingdings" panose="05000000000000000000" pitchFamily="2" charset="2"/>
              </a:rPr>
              <a:t></a:t>
            </a:r>
            <a:r>
              <a:rPr lang="fr-FR" sz="1800" dirty="0">
                <a:solidFill>
                  <a:schemeClr val="bg1"/>
                </a:solidFill>
                <a:latin typeface="Century Gothic" panose="020B0502020202020204" pitchFamily="34" charset="0"/>
                <a:sym typeface="Century Gothic"/>
              </a:rPr>
              <a:t> </a:t>
            </a:r>
            <a:r>
              <a:rPr lang="fr-FR" sz="1800" b="1" dirty="0">
                <a:solidFill>
                  <a:schemeClr val="bg1"/>
                </a:solidFill>
                <a:latin typeface="Century Gothic" panose="020B0502020202020204" pitchFamily="34" charset="0"/>
                <a:sym typeface="Wingdings" panose="05000000000000000000" pitchFamily="2" charset="2"/>
              </a:rPr>
              <a:t>Supérieurs aux besoins caloriques recommandés par jour</a:t>
            </a:r>
            <a:endParaRPr lang="fr-FR" sz="1800" b="1" dirty="0">
              <a:solidFill>
                <a:schemeClr val="bg1"/>
              </a:solidFill>
              <a:latin typeface="Century Gothic" panose="020B0502020202020204" pitchFamily="34" charset="0"/>
              <a:sym typeface="Century Gothic"/>
            </a:endParaRPr>
          </a:p>
        </p:txBody>
      </p:sp>
      <p:sp>
        <p:nvSpPr>
          <p:cNvPr id="7" name="ZoneTexte 6">
            <a:extLst>
              <a:ext uri="{FF2B5EF4-FFF2-40B4-BE49-F238E27FC236}">
                <a16:creationId xmlns:a16="http://schemas.microsoft.com/office/drawing/2014/main" id="{FCE22EEE-D03D-4BE0-5757-5CC55E720810}"/>
              </a:ext>
            </a:extLst>
          </p:cNvPr>
          <p:cNvSpPr txBox="1"/>
          <p:nvPr/>
        </p:nvSpPr>
        <p:spPr>
          <a:xfrm>
            <a:off x="818712" y="6041480"/>
            <a:ext cx="458280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buSzPts val="1600"/>
            </a:pPr>
            <a:r>
              <a:rPr lang="fr-FR" sz="1200" dirty="0">
                <a:solidFill>
                  <a:schemeClr val="bg1"/>
                </a:solidFill>
                <a:latin typeface="Century Gothic" panose="020B0502020202020204" pitchFamily="34" charset="0"/>
                <a:sym typeface="Century Gothic"/>
              </a:rPr>
              <a:t>*USA : États-Unis d'Amérique </a:t>
            </a:r>
          </a:p>
        </p:txBody>
      </p:sp>
      <p:sp>
        <p:nvSpPr>
          <p:cNvPr id="3" name="Espace réservé du numéro de diapositive 2">
            <a:extLst>
              <a:ext uri="{FF2B5EF4-FFF2-40B4-BE49-F238E27FC236}">
                <a16:creationId xmlns:a16="http://schemas.microsoft.com/office/drawing/2014/main" id="{BAC7CCAC-873B-3925-A325-A6D65A284C5B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 smtClean="0"/>
              <a:t>12</a:t>
            </a:fld>
            <a:endParaRPr lang="fr-FR"/>
          </a:p>
        </p:txBody>
      </p:sp>
      <p:pic>
        <p:nvPicPr>
          <p:cNvPr id="8" name="Image 7" descr="Une image contenant texte, capture d’écran, Parallèle, ligne&#10;&#10;Description générée automatiquement">
            <a:extLst>
              <a:ext uri="{FF2B5EF4-FFF2-40B4-BE49-F238E27FC236}">
                <a16:creationId xmlns:a16="http://schemas.microsoft.com/office/drawing/2014/main" id="{24486B66-D9F0-D22E-003E-7478F2A4049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8712" y="2242342"/>
            <a:ext cx="4010611" cy="359640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6" name="Google Shape;216;p13"/>
          <p:cNvSpPr txBox="1">
            <a:spLocks noGrp="1"/>
          </p:cNvSpPr>
          <p:nvPr>
            <p:ph type="title"/>
          </p:nvPr>
        </p:nvSpPr>
        <p:spPr>
          <a:xfrm>
            <a:off x="810000" y="447188"/>
            <a:ext cx="10572000" cy="970500"/>
          </a:xfrm>
          <a:prstGeom prst="rect">
            <a:avLst/>
          </a:prstGeom>
          <a:noFill/>
          <a:ln>
            <a:noFill/>
          </a:ln>
          <a:effectLst>
            <a:outerShdw blurRad="50800">
              <a:srgbClr val="000000">
                <a:alpha val="60000"/>
              </a:srgbClr>
            </a:outerShdw>
          </a:effectLst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EFEFE"/>
              </a:buClr>
              <a:buSzPts val="3200"/>
              <a:buFont typeface="Century Gothic"/>
              <a:buNone/>
            </a:pPr>
            <a:r>
              <a:rPr lang="fr-FR" sz="3200" dirty="0"/>
              <a:t>Déséquilibre entre exportations et importations de manioc en Thaïlande</a:t>
            </a:r>
            <a:endParaRPr dirty="0"/>
          </a:p>
        </p:txBody>
      </p:sp>
      <p:sp>
        <p:nvSpPr>
          <p:cNvPr id="217" name="Google Shape;217;p13"/>
          <p:cNvSpPr txBox="1">
            <a:spLocks noGrp="1"/>
          </p:cNvSpPr>
          <p:nvPr>
            <p:ph type="body" idx="1"/>
          </p:nvPr>
        </p:nvSpPr>
        <p:spPr>
          <a:xfrm>
            <a:off x="818712" y="2222287"/>
            <a:ext cx="10554574" cy="3636511"/>
          </a:xfrm>
          <a:prstGeom prst="rect">
            <a:avLst/>
          </a:prstGeom>
          <a:noFill/>
          <a:ln>
            <a:noFill/>
          </a:ln>
          <a:effectLst>
            <a:outerShdw blurRad="50800">
              <a:srgbClr val="000000">
                <a:alpha val="40000"/>
              </a:srgbClr>
            </a:outerShdw>
          </a:effectLst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endParaRPr dirty="0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754FB044-676D-A6D4-C1C6-5013E2699975}"/>
              </a:ext>
            </a:extLst>
          </p:cNvPr>
          <p:cNvSpPr/>
          <p:nvPr/>
        </p:nvSpPr>
        <p:spPr>
          <a:xfrm>
            <a:off x="4769125" y="3480680"/>
            <a:ext cx="3312000" cy="1129105"/>
          </a:xfrm>
          <a:prstGeom prst="rect">
            <a:avLst/>
          </a:prstGeom>
        </p:spPr>
        <p:style>
          <a:lnRef idx="2">
            <a:schemeClr val="accent5">
              <a:shade val="15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3600" dirty="0">
                <a:latin typeface="Century Gothic" panose="020B0502020202020204" pitchFamily="34" charset="0"/>
              </a:rPr>
              <a:t>9,0%</a:t>
            </a:r>
          </a:p>
          <a:p>
            <a:pPr algn="ctr"/>
            <a:r>
              <a:rPr lang="fr-FR" sz="1800" dirty="0">
                <a:latin typeface="Century Gothic" panose="020B0502020202020204" pitchFamily="34" charset="0"/>
              </a:rPr>
              <a:t>Sous-nutrition en 2017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661ACBC1-27CE-7878-7F7E-A7FE02FC75A5}"/>
              </a:ext>
            </a:extLst>
          </p:cNvPr>
          <p:cNvSpPr/>
          <p:nvPr/>
        </p:nvSpPr>
        <p:spPr>
          <a:xfrm>
            <a:off x="807944" y="2925508"/>
            <a:ext cx="3967843" cy="1110342"/>
          </a:xfrm>
          <a:prstGeom prst="rect">
            <a:avLst/>
          </a:prstGeom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3200" dirty="0">
                <a:latin typeface="Century Gothic" panose="020B0502020202020204" pitchFamily="34" charset="0"/>
              </a:rPr>
              <a:t>83,4% </a:t>
            </a:r>
          </a:p>
          <a:p>
            <a:pPr algn="ctr"/>
            <a:r>
              <a:rPr lang="fr-FR" sz="1800" dirty="0">
                <a:latin typeface="Century Gothic" panose="020B0502020202020204" pitchFamily="34" charset="0"/>
              </a:rPr>
              <a:t>Exportation/Production en 2017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515561C7-5379-70B0-97E0-B07771029AE6}"/>
              </a:ext>
            </a:extLst>
          </p:cNvPr>
          <p:cNvSpPr/>
          <p:nvPr/>
        </p:nvSpPr>
        <p:spPr>
          <a:xfrm>
            <a:off x="807944" y="4035850"/>
            <a:ext cx="3967843" cy="1110343"/>
          </a:xfrm>
          <a:prstGeom prst="rect">
            <a:avLst/>
          </a:prstGeom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3200" dirty="0">
                <a:latin typeface="Century Gothic" panose="020B0502020202020204" pitchFamily="34" charset="0"/>
              </a:rPr>
              <a:t>4,1%</a:t>
            </a:r>
          </a:p>
          <a:p>
            <a:pPr algn="ctr"/>
            <a:r>
              <a:rPr lang="fr-FR" sz="1800" dirty="0">
                <a:latin typeface="Century Gothic" panose="020B0502020202020204" pitchFamily="34" charset="0"/>
              </a:rPr>
              <a:t>Importation/Production en 2017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55EF544E-F118-886B-1532-EA80FAA8752C}"/>
              </a:ext>
            </a:extLst>
          </p:cNvPr>
          <p:cNvSpPr/>
          <p:nvPr/>
        </p:nvSpPr>
        <p:spPr>
          <a:xfrm>
            <a:off x="8083071" y="3471297"/>
            <a:ext cx="3312000" cy="1129105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3200" dirty="0">
                <a:latin typeface="Century Gothic" panose="020B0502020202020204" pitchFamily="34" charset="0"/>
              </a:rPr>
              <a:t>14 600 Kcal</a:t>
            </a:r>
          </a:p>
          <a:p>
            <a:pPr algn="ctr"/>
            <a:r>
              <a:rPr lang="fr-FR" sz="1800" dirty="0">
                <a:latin typeface="Century Gothic" panose="020B0502020202020204" pitchFamily="34" charset="0"/>
              </a:rPr>
              <a:t>de Manioc par hab./an</a:t>
            </a:r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3ACEA344-5137-3FFE-4E88-6FF5CEE84655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 smtClean="0"/>
              <a:t>13</a:t>
            </a:fld>
            <a:endParaRPr lang="fr-FR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3" name="Google Shape;223;p14"/>
          <p:cNvSpPr txBox="1">
            <a:spLocks noGrp="1"/>
          </p:cNvSpPr>
          <p:nvPr>
            <p:ph type="title"/>
          </p:nvPr>
        </p:nvSpPr>
        <p:spPr>
          <a:xfrm>
            <a:off x="810000" y="447188"/>
            <a:ext cx="10571998" cy="970450"/>
          </a:xfrm>
          <a:prstGeom prst="rect">
            <a:avLst/>
          </a:prstGeom>
          <a:noFill/>
          <a:ln>
            <a:noFill/>
          </a:ln>
          <a:effectLst>
            <a:outerShdw blurRad="50800">
              <a:srgbClr val="000000">
                <a:alpha val="60000"/>
              </a:srgbClr>
            </a:outerShdw>
          </a:effectLst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EFEFE"/>
              </a:buClr>
              <a:buSzPts val="4000"/>
              <a:buFont typeface="Century Gothic"/>
              <a:buNone/>
            </a:pPr>
            <a:r>
              <a:rPr lang="fr-FR" sz="3200" dirty="0"/>
              <a:t>Dépendance aux échanges commerciaux</a:t>
            </a:r>
            <a:endParaRPr sz="3200" dirty="0"/>
          </a:p>
        </p:txBody>
      </p:sp>
      <p:sp>
        <p:nvSpPr>
          <p:cNvPr id="224" name="Google Shape;224;p14"/>
          <p:cNvSpPr txBox="1">
            <a:spLocks noGrp="1"/>
          </p:cNvSpPr>
          <p:nvPr>
            <p:ph type="body" idx="1"/>
          </p:nvPr>
        </p:nvSpPr>
        <p:spPr>
          <a:xfrm>
            <a:off x="818712" y="2222287"/>
            <a:ext cx="10554574" cy="3636511"/>
          </a:xfrm>
          <a:prstGeom prst="rect">
            <a:avLst/>
          </a:prstGeom>
          <a:noFill/>
          <a:ln>
            <a:noFill/>
          </a:ln>
          <a:effectLst>
            <a:outerShdw blurRad="50800">
              <a:srgbClr val="000000">
                <a:alpha val="40000"/>
              </a:srgbClr>
            </a:outerShdw>
          </a:effectLst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34290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endParaRPr dirty="0"/>
          </a:p>
        </p:txBody>
      </p:sp>
      <p:sp>
        <p:nvSpPr>
          <p:cNvPr id="8" name="ZoneTexte 7">
            <a:extLst>
              <a:ext uri="{FF2B5EF4-FFF2-40B4-BE49-F238E27FC236}">
                <a16:creationId xmlns:a16="http://schemas.microsoft.com/office/drawing/2014/main" id="{292E4F16-B9BA-802C-1F4A-472FE12B63A2}"/>
              </a:ext>
            </a:extLst>
          </p:cNvPr>
          <p:cNvSpPr txBox="1"/>
          <p:nvPr/>
        </p:nvSpPr>
        <p:spPr>
          <a:xfrm>
            <a:off x="6643171" y="2316992"/>
            <a:ext cx="4738827" cy="34470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buSzPts val="1600"/>
            </a:pPr>
            <a:r>
              <a:rPr lang="fr-FR" sz="2000" b="1" dirty="0">
                <a:solidFill>
                  <a:schemeClr val="bg1"/>
                </a:solidFill>
                <a:latin typeface="Century Gothic" panose="020B0502020202020204" pitchFamily="34" charset="0"/>
                <a:sym typeface="Century Gothic"/>
              </a:rPr>
              <a:t>Etat de sous-nutrition :</a:t>
            </a:r>
          </a:p>
          <a:p>
            <a:pPr>
              <a:buSzPts val="1600"/>
            </a:pPr>
            <a:endParaRPr lang="fr-FR" sz="2000" b="1" dirty="0">
              <a:solidFill>
                <a:schemeClr val="bg1"/>
              </a:solidFill>
              <a:latin typeface="Century Gothic" panose="020B0502020202020204" pitchFamily="34" charset="0"/>
              <a:sym typeface="Century Gothic"/>
            </a:endParaRPr>
          </a:p>
          <a:p>
            <a:pPr>
              <a:buSzPts val="1600"/>
            </a:pPr>
            <a:r>
              <a:rPr lang="fr-FR" sz="2000" dirty="0">
                <a:solidFill>
                  <a:schemeClr val="bg1"/>
                </a:solidFill>
                <a:latin typeface="Century Gothic" panose="020B0502020202020204" pitchFamily="34" charset="0"/>
                <a:sym typeface="Century Gothic"/>
              </a:rPr>
              <a:t>Rouge : Insuffisance extrême </a:t>
            </a:r>
            <a:r>
              <a:rPr lang="fr-FR" sz="2000" b="1" dirty="0">
                <a:solidFill>
                  <a:schemeClr val="bg1"/>
                </a:solidFill>
                <a:latin typeface="Century Gothic" panose="020B0502020202020204" pitchFamily="34" charset="0"/>
                <a:sym typeface="Century Gothic"/>
              </a:rPr>
              <a:t>(&gt;19,31%)</a:t>
            </a:r>
          </a:p>
          <a:p>
            <a:pPr>
              <a:buSzPts val="1600"/>
            </a:pPr>
            <a:r>
              <a:rPr lang="fr-FR" sz="2000" dirty="0">
                <a:solidFill>
                  <a:schemeClr val="bg1"/>
                </a:solidFill>
                <a:latin typeface="Century Gothic" panose="020B0502020202020204" pitchFamily="34" charset="0"/>
                <a:sym typeface="Century Gothic"/>
              </a:rPr>
              <a:t>Orange :  Insuffisance modérée  </a:t>
            </a:r>
            <a:r>
              <a:rPr lang="fr-FR" sz="2000" b="1" dirty="0">
                <a:solidFill>
                  <a:schemeClr val="bg1"/>
                </a:solidFill>
                <a:latin typeface="Century Gothic" panose="020B0502020202020204" pitchFamily="34" charset="0"/>
                <a:sym typeface="Century Gothic"/>
              </a:rPr>
              <a:t>(≥5,66%)</a:t>
            </a:r>
          </a:p>
          <a:p>
            <a:pPr>
              <a:buSzPts val="1600"/>
            </a:pPr>
            <a:r>
              <a:rPr lang="fr-FR" sz="2000" dirty="0">
                <a:solidFill>
                  <a:schemeClr val="bg1"/>
                </a:solidFill>
                <a:latin typeface="Century Gothic" panose="020B0502020202020204" pitchFamily="34" charset="0"/>
                <a:sym typeface="Century Gothic"/>
              </a:rPr>
              <a:t>Vert : Situation saine </a:t>
            </a:r>
            <a:r>
              <a:rPr lang="fr-FR" sz="2000" b="1" dirty="0">
                <a:solidFill>
                  <a:schemeClr val="bg1"/>
                </a:solidFill>
                <a:latin typeface="Century Gothic" panose="020B0502020202020204" pitchFamily="34" charset="0"/>
                <a:sym typeface="Century Gothic"/>
              </a:rPr>
              <a:t>(&lt;5,66%)</a:t>
            </a:r>
          </a:p>
          <a:p>
            <a:pPr>
              <a:buSzPts val="1600"/>
            </a:pPr>
            <a:r>
              <a:rPr lang="fr-FR" sz="2000" dirty="0">
                <a:solidFill>
                  <a:schemeClr val="bg1"/>
                </a:solidFill>
                <a:latin typeface="Century Gothic" panose="020B0502020202020204" pitchFamily="34" charset="0"/>
                <a:sym typeface="Century Gothic"/>
              </a:rPr>
              <a:t>Gris : Absence de données de sous-nutrition</a:t>
            </a:r>
          </a:p>
          <a:p>
            <a:pPr>
              <a:buSzPts val="1600"/>
            </a:pPr>
            <a:endParaRPr lang="fr-FR" sz="2000" b="1" dirty="0">
              <a:solidFill>
                <a:schemeClr val="bg1"/>
              </a:solidFill>
              <a:latin typeface="Century Gothic" panose="020B0502020202020204" pitchFamily="34" charset="0"/>
              <a:sym typeface="Century Gothic"/>
            </a:endParaRPr>
          </a:p>
          <a:p>
            <a:pPr>
              <a:buSzPts val="1600"/>
            </a:pPr>
            <a:r>
              <a:rPr lang="fr-FR" sz="2000" b="1" dirty="0">
                <a:solidFill>
                  <a:schemeClr val="bg1"/>
                </a:solidFill>
                <a:latin typeface="Century Gothic" panose="020B0502020202020204" pitchFamily="34" charset="0"/>
                <a:sym typeface="Wingdings" panose="05000000000000000000" pitchFamily="2" charset="2"/>
              </a:rPr>
              <a:t></a:t>
            </a:r>
            <a:r>
              <a:rPr lang="fr-FR" sz="2000" b="1" dirty="0">
                <a:solidFill>
                  <a:schemeClr val="bg1"/>
                </a:solidFill>
                <a:latin typeface="Century Gothic" panose="020B0502020202020204" pitchFamily="34" charset="0"/>
                <a:sym typeface="Century Gothic"/>
              </a:rPr>
              <a:t> </a:t>
            </a:r>
            <a:r>
              <a:rPr lang="fr-FR" sz="1800" b="1" dirty="0">
                <a:solidFill>
                  <a:schemeClr val="bg1"/>
                </a:solidFill>
                <a:latin typeface="Century Gothic" panose="020B0502020202020204" pitchFamily="34" charset="0"/>
                <a:sym typeface="Century Gothic"/>
              </a:rPr>
              <a:t>Dépendance à l’importation</a:t>
            </a:r>
            <a:endParaRPr lang="fr-FR" sz="2000" b="1" dirty="0">
              <a:solidFill>
                <a:schemeClr val="bg1"/>
              </a:solidFill>
              <a:latin typeface="Century Gothic" panose="020B0502020202020204" pitchFamily="34" charset="0"/>
              <a:sym typeface="Century Gothic"/>
            </a:endParaRPr>
          </a:p>
        </p:txBody>
      </p:sp>
      <p:pic>
        <p:nvPicPr>
          <p:cNvPr id="10" name="Image 9">
            <a:extLst>
              <a:ext uri="{FF2B5EF4-FFF2-40B4-BE49-F238E27FC236}">
                <a16:creationId xmlns:a16="http://schemas.microsoft.com/office/drawing/2014/main" id="{B4E9D958-1941-FA98-2406-7C9B87387695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818712" y="2242342"/>
            <a:ext cx="4901942" cy="3596399"/>
          </a:xfrm>
          <a:prstGeom prst="rect">
            <a:avLst/>
          </a:prstGeom>
        </p:spPr>
      </p:pic>
      <p:sp>
        <p:nvSpPr>
          <p:cNvPr id="3" name="Espace réservé du numéro de diapositive 2">
            <a:extLst>
              <a:ext uri="{FF2B5EF4-FFF2-40B4-BE49-F238E27FC236}">
                <a16:creationId xmlns:a16="http://schemas.microsoft.com/office/drawing/2014/main" id="{A9F13970-ECB1-0DFD-37C2-A84FB413C891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 smtClean="0"/>
              <a:t>14</a:t>
            </a:fld>
            <a:endParaRPr lang="fr-FR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2">
          <a:extLst>
            <a:ext uri="{FF2B5EF4-FFF2-40B4-BE49-F238E27FC236}">
              <a16:creationId xmlns:a16="http://schemas.microsoft.com/office/drawing/2014/main" id="{6A0ACA56-BBE0-AF90-26C0-D5CEDDF27C6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3" name="Google Shape;223;p14">
            <a:extLst>
              <a:ext uri="{FF2B5EF4-FFF2-40B4-BE49-F238E27FC236}">
                <a16:creationId xmlns:a16="http://schemas.microsoft.com/office/drawing/2014/main" id="{8DDDB8BE-22DD-A82E-4856-A82BCA52980A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810000" y="447188"/>
            <a:ext cx="10571998" cy="970450"/>
          </a:xfrm>
          <a:prstGeom prst="rect">
            <a:avLst/>
          </a:prstGeom>
          <a:noFill/>
          <a:ln>
            <a:noFill/>
          </a:ln>
          <a:effectLst>
            <a:outerShdw blurRad="50800">
              <a:srgbClr val="000000">
                <a:alpha val="60000"/>
              </a:srgbClr>
            </a:outerShdw>
          </a:effectLst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EFEFE"/>
              </a:buClr>
              <a:buSzPts val="4000"/>
              <a:buFont typeface="Century Gothic"/>
              <a:buNone/>
            </a:pPr>
            <a:r>
              <a:rPr lang="fr-FR" sz="3200" dirty="0"/>
              <a:t>Différents comportements sur les marchés commerciaux</a:t>
            </a:r>
          </a:p>
        </p:txBody>
      </p:sp>
      <p:sp>
        <p:nvSpPr>
          <p:cNvPr id="224" name="Google Shape;224;p14">
            <a:extLst>
              <a:ext uri="{FF2B5EF4-FFF2-40B4-BE49-F238E27FC236}">
                <a16:creationId xmlns:a16="http://schemas.microsoft.com/office/drawing/2014/main" id="{76BA8B25-5CD6-495F-31CC-47ED10B2D972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818712" y="2222287"/>
            <a:ext cx="10554574" cy="3636511"/>
          </a:xfrm>
          <a:prstGeom prst="rect">
            <a:avLst/>
          </a:prstGeom>
          <a:noFill/>
          <a:ln>
            <a:noFill/>
          </a:ln>
          <a:effectLst>
            <a:outerShdw blurRad="50800">
              <a:srgbClr val="000000">
                <a:alpha val="40000"/>
              </a:srgbClr>
            </a:outerShdw>
          </a:effectLst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34290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endParaRPr/>
          </a:p>
        </p:txBody>
      </p:sp>
      <p:sp>
        <p:nvSpPr>
          <p:cNvPr id="2" name="ZoneTexte 1">
            <a:extLst>
              <a:ext uri="{FF2B5EF4-FFF2-40B4-BE49-F238E27FC236}">
                <a16:creationId xmlns:a16="http://schemas.microsoft.com/office/drawing/2014/main" id="{34951632-DC21-AD7E-00EE-FFBF599BB0EC}"/>
              </a:ext>
            </a:extLst>
          </p:cNvPr>
          <p:cNvSpPr txBox="1"/>
          <p:nvPr/>
        </p:nvSpPr>
        <p:spPr>
          <a:xfrm>
            <a:off x="6799198" y="2316992"/>
            <a:ext cx="4582800" cy="34163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buSzPts val="1600"/>
            </a:pPr>
            <a:r>
              <a:rPr lang="fr-FR" sz="2000" dirty="0">
                <a:solidFill>
                  <a:schemeClr val="bg1"/>
                </a:solidFill>
                <a:latin typeface="Century Gothic" panose="020B0502020202020204" pitchFamily="34" charset="0"/>
                <a:sym typeface="Century Gothic"/>
              </a:rPr>
              <a:t>Rouge : </a:t>
            </a:r>
          </a:p>
          <a:p>
            <a:pPr>
              <a:buSzPts val="1600"/>
            </a:pPr>
            <a:r>
              <a:rPr lang="fr-FR" sz="2000" dirty="0">
                <a:solidFill>
                  <a:schemeClr val="bg1"/>
                </a:solidFill>
                <a:latin typeface="Century Gothic" panose="020B0502020202020204" pitchFamily="34" charset="0"/>
                <a:sym typeface="Century Gothic"/>
              </a:rPr>
              <a:t>   - concentré au niveau </a:t>
            </a:r>
            <a:r>
              <a:rPr lang="fr-FR" sz="2000" b="1" dirty="0">
                <a:solidFill>
                  <a:schemeClr val="bg1"/>
                </a:solidFill>
                <a:latin typeface="Century Gothic" panose="020B0502020202020204" pitchFamily="34" charset="0"/>
                <a:sym typeface="Century Gothic"/>
              </a:rPr>
              <a:t>inférieur </a:t>
            </a:r>
          </a:p>
          <a:p>
            <a:pPr>
              <a:buSzPts val="1600"/>
            </a:pPr>
            <a:r>
              <a:rPr lang="fr-FR" sz="2000" dirty="0">
                <a:solidFill>
                  <a:schemeClr val="bg1"/>
                </a:solidFill>
                <a:latin typeface="Century Gothic" panose="020B0502020202020204" pitchFamily="34" charset="0"/>
                <a:sym typeface="Century Gothic"/>
              </a:rPr>
              <a:t>   - dépendant des importations</a:t>
            </a:r>
          </a:p>
          <a:p>
            <a:pPr>
              <a:buSzPts val="1600"/>
            </a:pPr>
            <a:r>
              <a:rPr lang="fr-FR" sz="2000" dirty="0">
                <a:solidFill>
                  <a:schemeClr val="bg1"/>
                </a:solidFill>
                <a:latin typeface="Century Gothic" panose="020B0502020202020204" pitchFamily="34" charset="0"/>
                <a:sym typeface="Century Gothic"/>
              </a:rPr>
              <a:t>Orange : </a:t>
            </a:r>
          </a:p>
          <a:p>
            <a:pPr>
              <a:buSzPts val="1600"/>
            </a:pPr>
            <a:r>
              <a:rPr lang="fr-FR" sz="2000" dirty="0">
                <a:solidFill>
                  <a:schemeClr val="bg1"/>
                </a:solidFill>
                <a:latin typeface="Century Gothic" panose="020B0502020202020204" pitchFamily="34" charset="0"/>
                <a:sym typeface="Century Gothic"/>
              </a:rPr>
              <a:t>   - dispersé au niveau </a:t>
            </a:r>
            <a:r>
              <a:rPr lang="fr-FR" sz="2000" b="1" dirty="0">
                <a:solidFill>
                  <a:schemeClr val="bg1"/>
                </a:solidFill>
                <a:latin typeface="Century Gothic" panose="020B0502020202020204" pitchFamily="34" charset="0"/>
                <a:sym typeface="Century Gothic"/>
              </a:rPr>
              <a:t>supérieur</a:t>
            </a:r>
          </a:p>
          <a:p>
            <a:pPr>
              <a:buSzPts val="1600"/>
            </a:pPr>
            <a:r>
              <a:rPr lang="fr-FR" sz="2000" dirty="0">
                <a:solidFill>
                  <a:schemeClr val="bg1"/>
                </a:solidFill>
                <a:latin typeface="Century Gothic" panose="020B0502020202020204" pitchFamily="34" charset="0"/>
                <a:sym typeface="Century Gothic"/>
              </a:rPr>
              <a:t>   - dépendant des importations</a:t>
            </a:r>
          </a:p>
          <a:p>
            <a:pPr>
              <a:buSzPts val="1600"/>
            </a:pPr>
            <a:r>
              <a:rPr lang="fr-FR" sz="2000" dirty="0">
                <a:solidFill>
                  <a:schemeClr val="bg1"/>
                </a:solidFill>
                <a:latin typeface="Century Gothic" panose="020B0502020202020204" pitchFamily="34" charset="0"/>
                <a:sym typeface="Century Gothic"/>
              </a:rPr>
              <a:t>Verts : </a:t>
            </a:r>
          </a:p>
          <a:p>
            <a:pPr>
              <a:buSzPts val="1600"/>
            </a:pPr>
            <a:r>
              <a:rPr lang="fr-FR" sz="2000" dirty="0">
                <a:solidFill>
                  <a:schemeClr val="bg1"/>
                </a:solidFill>
                <a:latin typeface="Century Gothic" panose="020B0502020202020204" pitchFamily="34" charset="0"/>
                <a:sym typeface="Century Gothic"/>
              </a:rPr>
              <a:t>   - rôle d’</a:t>
            </a:r>
            <a:r>
              <a:rPr lang="fr-FR" sz="2000" b="1" dirty="0">
                <a:solidFill>
                  <a:schemeClr val="bg1"/>
                </a:solidFill>
                <a:latin typeface="Century Gothic" panose="020B0502020202020204" pitchFamily="34" charset="0"/>
                <a:sym typeface="Century Gothic"/>
              </a:rPr>
              <a:t>exportateur</a:t>
            </a:r>
          </a:p>
          <a:p>
            <a:pPr algn="ctr">
              <a:buSzPts val="1600"/>
            </a:pPr>
            <a:endParaRPr lang="fr-FR" sz="2000" dirty="0">
              <a:solidFill>
                <a:schemeClr val="bg1"/>
              </a:solidFill>
              <a:latin typeface="Century Gothic" panose="020B0502020202020204" pitchFamily="34" charset="0"/>
              <a:sym typeface="Wingdings" panose="05000000000000000000" pitchFamily="2" charset="2"/>
            </a:endParaRPr>
          </a:p>
          <a:p>
            <a:pPr>
              <a:buSzPts val="1600"/>
            </a:pPr>
            <a:r>
              <a:rPr lang="fr-FR" sz="1800" b="1" dirty="0">
                <a:solidFill>
                  <a:schemeClr val="bg1"/>
                </a:solidFill>
                <a:latin typeface="Century Gothic" panose="020B0502020202020204" pitchFamily="34" charset="0"/>
                <a:sym typeface="Wingdings" panose="05000000000000000000" pitchFamily="2" charset="2"/>
              </a:rPr>
              <a:t></a:t>
            </a:r>
            <a:r>
              <a:rPr lang="fr-FR" sz="1800" b="1" dirty="0">
                <a:solidFill>
                  <a:schemeClr val="bg1"/>
                </a:solidFill>
                <a:latin typeface="Century Gothic" panose="020B0502020202020204" pitchFamily="34" charset="0"/>
                <a:sym typeface="Century Gothic"/>
              </a:rPr>
              <a:t> Maintenir un équilibre commercial permet de rester en « bonne santé »</a:t>
            </a:r>
          </a:p>
        </p:txBody>
      </p:sp>
      <p:pic>
        <p:nvPicPr>
          <p:cNvPr id="5" name="Image 4">
            <a:extLst>
              <a:ext uri="{FF2B5EF4-FFF2-40B4-BE49-F238E27FC236}">
                <a16:creationId xmlns:a16="http://schemas.microsoft.com/office/drawing/2014/main" id="{7871C440-D6E4-7315-F5EC-477398BD1DB4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818712" y="2242342"/>
            <a:ext cx="4901942" cy="3596399"/>
          </a:xfrm>
          <a:prstGeom prst="rect">
            <a:avLst/>
          </a:prstGeom>
        </p:spPr>
      </p:pic>
      <p:cxnSp>
        <p:nvCxnSpPr>
          <p:cNvPr id="4" name="Connecteur droit avec flèche 3">
            <a:extLst>
              <a:ext uri="{FF2B5EF4-FFF2-40B4-BE49-F238E27FC236}">
                <a16:creationId xmlns:a16="http://schemas.microsoft.com/office/drawing/2014/main" id="{F75A0A06-714C-1F4E-E451-0C6854E69733}"/>
              </a:ext>
            </a:extLst>
          </p:cNvPr>
          <p:cNvCxnSpPr/>
          <p:nvPr/>
        </p:nvCxnSpPr>
        <p:spPr>
          <a:xfrm flipV="1">
            <a:off x="1828800" y="3835400"/>
            <a:ext cx="0" cy="601133"/>
          </a:xfrm>
          <a:prstGeom prst="straightConnector1">
            <a:avLst/>
          </a:prstGeom>
          <a:ln w="38100" cap="flat" cmpd="sng" algn="ctr">
            <a:solidFill>
              <a:srgbClr val="00B050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6" name="Connecteur droit avec flèche 5">
            <a:extLst>
              <a:ext uri="{FF2B5EF4-FFF2-40B4-BE49-F238E27FC236}">
                <a16:creationId xmlns:a16="http://schemas.microsoft.com/office/drawing/2014/main" id="{2FE00A86-32DA-B5FA-61A1-9B852BFA0CCB}"/>
              </a:ext>
            </a:extLst>
          </p:cNvPr>
          <p:cNvCxnSpPr>
            <a:cxnSpLocks/>
          </p:cNvCxnSpPr>
          <p:nvPr/>
        </p:nvCxnSpPr>
        <p:spPr>
          <a:xfrm flipV="1">
            <a:off x="2540381" y="4594830"/>
            <a:ext cx="592667" cy="330199"/>
          </a:xfrm>
          <a:prstGeom prst="straightConnector1">
            <a:avLst/>
          </a:prstGeom>
          <a:ln w="38100" cap="flat" cmpd="sng" algn="ctr">
            <a:solidFill>
              <a:srgbClr val="FFC000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9" name="Connecteur droit 8">
            <a:extLst>
              <a:ext uri="{FF2B5EF4-FFF2-40B4-BE49-F238E27FC236}">
                <a16:creationId xmlns:a16="http://schemas.microsoft.com/office/drawing/2014/main" id="{04DF910B-8CFF-DA7E-A7DA-8E84B3212371}"/>
              </a:ext>
            </a:extLst>
          </p:cNvPr>
          <p:cNvCxnSpPr>
            <a:cxnSpLocks/>
          </p:cNvCxnSpPr>
          <p:nvPr/>
        </p:nvCxnSpPr>
        <p:spPr>
          <a:xfrm flipV="1">
            <a:off x="1413933" y="2726267"/>
            <a:ext cx="4089400" cy="2633133"/>
          </a:xfrm>
          <a:prstGeom prst="line">
            <a:avLst/>
          </a:prstGeom>
          <a:ln>
            <a:solidFill>
              <a:schemeClr val="accent6"/>
            </a:solidFill>
            <a:prstDash val="dash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Connecteur droit avec flèche 10">
            <a:extLst>
              <a:ext uri="{FF2B5EF4-FFF2-40B4-BE49-F238E27FC236}">
                <a16:creationId xmlns:a16="http://schemas.microsoft.com/office/drawing/2014/main" id="{F0469490-EB9B-0A93-D957-D6928AE54388}"/>
              </a:ext>
            </a:extLst>
          </p:cNvPr>
          <p:cNvCxnSpPr>
            <a:cxnSpLocks/>
          </p:cNvCxnSpPr>
          <p:nvPr/>
        </p:nvCxnSpPr>
        <p:spPr>
          <a:xfrm>
            <a:off x="2684315" y="5239272"/>
            <a:ext cx="585368" cy="0"/>
          </a:xfrm>
          <a:prstGeom prst="straightConnector1">
            <a:avLst/>
          </a:prstGeom>
          <a:ln w="38100" cap="flat" cmpd="sng" algn="ctr">
            <a:solidFill>
              <a:schemeClr val="accent6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93766B58-02AC-1FE7-1210-B8AAE802C644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 smtClean="0"/>
              <a:t>15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25274377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1" name="Google Shape;231;p15"/>
          <p:cNvSpPr txBox="1">
            <a:spLocks noGrp="1"/>
          </p:cNvSpPr>
          <p:nvPr>
            <p:ph type="body" idx="1"/>
          </p:nvPr>
        </p:nvSpPr>
        <p:spPr>
          <a:xfrm>
            <a:off x="818713" y="2222287"/>
            <a:ext cx="10554574" cy="3636511"/>
          </a:xfrm>
          <a:prstGeom prst="rect">
            <a:avLst/>
          </a:prstGeom>
          <a:noFill/>
          <a:ln>
            <a:noFill/>
          </a:ln>
          <a:effectLst>
            <a:outerShdw blurRad="50800">
              <a:srgbClr val="000000">
                <a:alpha val="40000"/>
              </a:srgbClr>
            </a:outerShdw>
          </a:effectLst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34290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fr-FR" sz="2400" dirty="0"/>
              <a:t>		          Observations                                           Réflexions</a:t>
            </a:r>
          </a:p>
          <a:p>
            <a:pPr marL="34290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endParaRPr lang="fr-FR" sz="2400" dirty="0"/>
          </a:p>
          <a:p>
            <a:pPr marL="34290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endParaRPr lang="fr-FR" sz="2400" dirty="0"/>
          </a:p>
          <a:p>
            <a:pPr marL="34290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endParaRPr lang="fr-FR" sz="2400" dirty="0"/>
          </a:p>
          <a:p>
            <a:pPr marL="34290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endParaRPr lang="fr-FR" sz="2400" dirty="0"/>
          </a:p>
          <a:p>
            <a:pPr marL="34290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endParaRPr lang="fr-FR" dirty="0"/>
          </a:p>
          <a:p>
            <a:pPr marL="34290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endParaRPr lang="fr-FR" dirty="0"/>
          </a:p>
          <a:p>
            <a:pPr marL="34290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endParaRPr lang="fr-FR" dirty="0"/>
          </a:p>
          <a:p>
            <a:pPr marL="34290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endParaRPr lang="fr-FR" dirty="0"/>
          </a:p>
          <a:p>
            <a:pPr marL="34290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endParaRPr lang="fr-FR" dirty="0"/>
          </a:p>
          <a:p>
            <a:pPr marL="34290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endParaRPr lang="fr-FR" dirty="0"/>
          </a:p>
        </p:txBody>
      </p:sp>
      <p:sp>
        <p:nvSpPr>
          <p:cNvPr id="230" name="Google Shape;230;p15"/>
          <p:cNvSpPr txBox="1">
            <a:spLocks noGrp="1"/>
          </p:cNvSpPr>
          <p:nvPr>
            <p:ph type="title"/>
          </p:nvPr>
        </p:nvSpPr>
        <p:spPr>
          <a:xfrm>
            <a:off x="810000" y="447188"/>
            <a:ext cx="10571998" cy="970450"/>
          </a:xfrm>
          <a:prstGeom prst="rect">
            <a:avLst/>
          </a:prstGeom>
          <a:noFill/>
          <a:ln>
            <a:noFill/>
          </a:ln>
          <a:effectLst>
            <a:outerShdw blurRad="50800">
              <a:srgbClr val="000000">
                <a:alpha val="60000"/>
              </a:srgbClr>
            </a:outerShdw>
          </a:effectLst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EFEFE"/>
              </a:buClr>
              <a:buSzPts val="4000"/>
              <a:buFont typeface="Century Gothic"/>
              <a:buNone/>
            </a:pPr>
            <a:r>
              <a:rPr lang="fr-FR" dirty="0"/>
              <a:t>Conclusion</a:t>
            </a:r>
            <a:endParaRPr dirty="0"/>
          </a:p>
        </p:txBody>
      </p:sp>
      <p:grpSp>
        <p:nvGrpSpPr>
          <p:cNvPr id="12" name="Groupe 11">
            <a:extLst>
              <a:ext uri="{FF2B5EF4-FFF2-40B4-BE49-F238E27FC236}">
                <a16:creationId xmlns:a16="http://schemas.microsoft.com/office/drawing/2014/main" id="{A322FD18-D3EE-E4FD-46B1-4E95DB882FB3}"/>
              </a:ext>
            </a:extLst>
          </p:cNvPr>
          <p:cNvGrpSpPr/>
          <p:nvPr/>
        </p:nvGrpSpPr>
        <p:grpSpPr>
          <a:xfrm>
            <a:off x="809401" y="3155107"/>
            <a:ext cx="10573199" cy="2152848"/>
            <a:chOff x="818711" y="3705951"/>
            <a:chExt cx="10573199" cy="2152848"/>
          </a:xfrm>
        </p:grpSpPr>
        <p:sp>
          <p:nvSpPr>
            <p:cNvPr id="2" name="Rectangle 1">
              <a:extLst>
                <a:ext uri="{FF2B5EF4-FFF2-40B4-BE49-F238E27FC236}">
                  <a16:creationId xmlns:a16="http://schemas.microsoft.com/office/drawing/2014/main" id="{0B18491A-1E8E-1E6E-347D-50D9B13ACF8E}"/>
                </a:ext>
              </a:extLst>
            </p:cNvPr>
            <p:cNvSpPr/>
            <p:nvPr/>
          </p:nvSpPr>
          <p:spPr>
            <a:xfrm>
              <a:off x="6543549" y="3705954"/>
              <a:ext cx="2424180" cy="2152843"/>
            </a:xfrm>
            <a:prstGeom prst="rect">
              <a:avLst/>
            </a:prstGeom>
          </p:spPr>
          <p:style>
            <a:lnRef idx="2">
              <a:schemeClr val="accent4">
                <a:shade val="15000"/>
              </a:schemeClr>
            </a:lnRef>
            <a:fillRef idx="1">
              <a:schemeClr val="accent4"/>
            </a:fillRef>
            <a:effectRef idx="0">
              <a:schemeClr val="accent4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fr-FR" sz="2800" dirty="0">
                  <a:latin typeface="Century Gothic" panose="020B0502020202020204" pitchFamily="34" charset="0"/>
                </a:rPr>
                <a:t>Suffisance des aliments ?</a:t>
              </a:r>
              <a:endParaRPr lang="fr-FR" sz="1600" dirty="0">
                <a:latin typeface="Century Gothic" panose="020B0502020202020204" pitchFamily="34" charset="0"/>
              </a:endParaRPr>
            </a:p>
          </p:txBody>
        </p:sp>
        <p:sp>
          <p:nvSpPr>
            <p:cNvPr id="3" name="Rectangle 2">
              <a:extLst>
                <a:ext uri="{FF2B5EF4-FFF2-40B4-BE49-F238E27FC236}">
                  <a16:creationId xmlns:a16="http://schemas.microsoft.com/office/drawing/2014/main" id="{690BDFEF-1482-3F45-F7DD-C6D2509FED4D}"/>
                </a:ext>
              </a:extLst>
            </p:cNvPr>
            <p:cNvSpPr/>
            <p:nvPr/>
          </p:nvSpPr>
          <p:spPr>
            <a:xfrm>
              <a:off x="818711" y="3705951"/>
              <a:ext cx="2804132" cy="2152848"/>
            </a:xfrm>
            <a:prstGeom prst="rect">
              <a:avLst/>
            </a:prstGeom>
          </p:spPr>
          <p:style>
            <a:lnRef idx="2">
              <a:schemeClr val="accent3">
                <a:shade val="15000"/>
              </a:schemeClr>
            </a:lnRef>
            <a:fillRef idx="1">
              <a:schemeClr val="accent3"/>
            </a:fillRef>
            <a:effectRef idx="0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fr-FR" sz="2800" dirty="0">
                  <a:latin typeface="Century Gothic" panose="020B0502020202020204" pitchFamily="34" charset="0"/>
                </a:rPr>
                <a:t>Marginalisation géographique et sociale</a:t>
              </a:r>
              <a:endParaRPr lang="fr-FR" sz="1600" dirty="0">
                <a:latin typeface="Century Gothic" panose="020B0502020202020204" pitchFamily="34" charset="0"/>
              </a:endParaRPr>
            </a:p>
          </p:txBody>
        </p:sp>
        <p:sp>
          <p:nvSpPr>
            <p:cNvPr id="4" name="Rectangle 3">
              <a:extLst>
                <a:ext uri="{FF2B5EF4-FFF2-40B4-BE49-F238E27FC236}">
                  <a16:creationId xmlns:a16="http://schemas.microsoft.com/office/drawing/2014/main" id="{9D454AA1-789D-EDA6-911D-4A2000E0CD3C}"/>
                </a:ext>
              </a:extLst>
            </p:cNvPr>
            <p:cNvSpPr/>
            <p:nvPr/>
          </p:nvSpPr>
          <p:spPr>
            <a:xfrm>
              <a:off x="3622843" y="3705953"/>
              <a:ext cx="2920706" cy="2152844"/>
            </a:xfrm>
            <a:prstGeom prst="rect">
              <a:avLst/>
            </a:prstGeom>
          </p:spPr>
          <p:style>
            <a:lnRef idx="2">
              <a:schemeClr val="accent3">
                <a:shade val="15000"/>
              </a:schemeClr>
            </a:lnRef>
            <a:fillRef idx="1">
              <a:schemeClr val="accent3"/>
            </a:fillRef>
            <a:effectRef idx="0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fr-FR" sz="2800" dirty="0">
                  <a:latin typeface="Century Gothic" panose="020B0502020202020204" pitchFamily="34" charset="0"/>
                </a:rPr>
                <a:t>Déséquilibre de commerciale et production interne</a:t>
              </a:r>
              <a:endParaRPr lang="fr-FR" sz="1600" dirty="0">
                <a:latin typeface="Century Gothic" panose="020B0502020202020204" pitchFamily="34" charset="0"/>
              </a:endParaRPr>
            </a:p>
          </p:txBody>
        </p:sp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C5056D8C-C0A7-739E-2682-5E05260EC1A6}"/>
                </a:ext>
              </a:extLst>
            </p:cNvPr>
            <p:cNvSpPr/>
            <p:nvPr/>
          </p:nvSpPr>
          <p:spPr>
            <a:xfrm>
              <a:off x="8967730" y="3705955"/>
              <a:ext cx="2424180" cy="2152841"/>
            </a:xfrm>
            <a:prstGeom prst="rect">
              <a:avLst/>
            </a:prstGeom>
          </p:spPr>
          <p:style>
            <a:lnRef idx="2">
              <a:schemeClr val="accent4">
                <a:shade val="15000"/>
              </a:schemeClr>
            </a:lnRef>
            <a:fillRef idx="1">
              <a:schemeClr val="accent4"/>
            </a:fillRef>
            <a:effectRef idx="0">
              <a:schemeClr val="accent4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fr-FR" sz="2800" dirty="0">
                  <a:latin typeface="Century Gothic" panose="020B0502020202020204" pitchFamily="34" charset="0"/>
                </a:rPr>
                <a:t>Efficacité d’aide alimentaire ?</a:t>
              </a:r>
              <a:endParaRPr lang="fr-FR" sz="1600" dirty="0">
                <a:latin typeface="Century Gothic" panose="020B0502020202020204" pitchFamily="34" charset="0"/>
              </a:endParaRPr>
            </a:p>
          </p:txBody>
        </p:sp>
      </p:grp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DF7B27AE-DCB3-891E-BD73-A5ED37C6A913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 smtClean="0"/>
              <a:t>16</a:t>
            </a:fld>
            <a:endParaRPr lang="fr-FR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Entre guillemets">
  <a:themeElements>
    <a:clrScheme name="Quotable">
      <a:dk1>
        <a:srgbClr val="000000"/>
      </a:dk1>
      <a:lt1>
        <a:srgbClr val="FFFFFF"/>
      </a:lt1>
      <a:dk2>
        <a:srgbClr val="212121"/>
      </a:dk2>
      <a:lt2>
        <a:srgbClr val="636363"/>
      </a:lt2>
      <a:accent1>
        <a:srgbClr val="00C6BB"/>
      </a:accent1>
      <a:accent2>
        <a:srgbClr val="6FEBA0"/>
      </a:accent2>
      <a:accent3>
        <a:srgbClr val="B6DF5E"/>
      </a:accent3>
      <a:accent4>
        <a:srgbClr val="EFB251"/>
      </a:accent4>
      <a:accent5>
        <a:srgbClr val="EF755F"/>
      </a:accent5>
      <a:accent6>
        <a:srgbClr val="ED515C"/>
      </a:accent6>
      <a:hlink>
        <a:srgbClr val="8F8F8F"/>
      </a:hlink>
      <a:folHlink>
        <a:srgbClr val="A5A5A5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Thème Offic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25207</TotalTime>
  <Words>746</Words>
  <Application>Microsoft Office PowerPoint</Application>
  <PresentationFormat>Grand écran</PresentationFormat>
  <Paragraphs>169</Paragraphs>
  <Slides>16</Slides>
  <Notes>16</Notes>
  <HiddenSlides>0</HiddenSlides>
  <MMClips>0</MMClips>
  <ScaleCrop>false</ScaleCrop>
  <HeadingPairs>
    <vt:vector size="6" baseType="variant">
      <vt:variant>
        <vt:lpstr>Polices utilisées</vt:lpstr>
      </vt:variant>
      <vt:variant>
        <vt:i4>5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16</vt:i4>
      </vt:variant>
    </vt:vector>
  </HeadingPairs>
  <TitlesOfParts>
    <vt:vector size="22" baseType="lpstr">
      <vt:lpstr>Arial</vt:lpstr>
      <vt:lpstr>Century Gothic</vt:lpstr>
      <vt:lpstr>Calibri</vt:lpstr>
      <vt:lpstr>Noto Sans Symbols</vt:lpstr>
      <vt:lpstr>Wingdings</vt:lpstr>
      <vt:lpstr>Entre guillemets</vt:lpstr>
      <vt:lpstr>Étude sur l’alimentation  dans le monde</vt:lpstr>
      <vt:lpstr>Contexte et spécification des données</vt:lpstr>
      <vt:lpstr>Méthodologie de l’analyse</vt:lpstr>
      <vt:lpstr>7,1% de population en état de sous-nutrition en 2017</vt:lpstr>
      <vt:lpstr>115% des besoins pourraient être couverts en 2017</vt:lpstr>
      <vt:lpstr>95% des besoins pourraient être couverts uniquement par les végétaux en 2017</vt:lpstr>
      <vt:lpstr>1/2 de la disponibilité intérieure est consacrée à la nourriture</vt:lpstr>
      <vt:lpstr>79% des principales céréales sont consacrées à l’alimentation humaine et animale</vt:lpstr>
      <vt:lpstr>Top 10 des pays souffrant d’une forte sous-nutrition en 2017 (&gt; 25%)</vt:lpstr>
      <vt:lpstr>Top 10 principaux bénéficiaires d’aide alimentaire entre 2013 et 2016</vt:lpstr>
      <vt:lpstr>Diminution de l’aide alimentaire pour les 5 principaux bénéficiaires entre 2013 et 2016</vt:lpstr>
      <vt:lpstr>Top 10 des pays avec la plus forte disponibilité alimentaire par habitant</vt:lpstr>
      <vt:lpstr>Déséquilibre entre exportations et importations de manioc en Thaïlande</vt:lpstr>
      <vt:lpstr>Dépendance aux échanges commerciaux</vt:lpstr>
      <vt:lpstr>Différents comportements sur les marchés commerciaux</vt:lpstr>
      <vt:lpstr>Conclusion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JeY jEy</dc:creator>
  <cp:lastModifiedBy>rong CAI</cp:lastModifiedBy>
  <cp:revision>1</cp:revision>
  <dcterms:created xsi:type="dcterms:W3CDTF">2023-03-17T20:58:30Z</dcterms:created>
  <dcterms:modified xsi:type="dcterms:W3CDTF">2024-11-20T22:55:36Z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</Properties>
</file>